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3EED9-A630-B897-84F8-D1B27C9A0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24481-2417-9B64-BEDA-5F3AB7D26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ADC43-FEA6-CE2D-D0D4-3EFA48B9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A6BB4-FDC2-AE15-764C-A2C3ADE6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A0ECB-37AA-1352-FD6F-1BE9A865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652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93BEE-B44B-B18F-F96D-217D54DD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5E883-458D-91EC-4D8F-97F350EB1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D9AE7-EF4B-BB64-213F-B1F533E9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3E664-45D2-806C-51F6-A82C9E35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1F791-F436-6C3D-8672-6D976320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594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7467-FDFC-E3DE-D5D4-5FD77A6D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A9C0F-870C-237B-D7DD-0E9D5C4A4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A8529-7041-0FB0-179D-3078BAF62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95BE8-9552-E7A8-5A22-7DD1AD09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4008D-8538-B680-95AF-1583BA2F1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5558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15B2-5F11-FB27-41F0-8780EA70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EDEDA-3D08-409D-3D0B-6AA732F65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FC008-6E7B-DE4C-DFE3-64CD6A030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C591C-2FE2-9914-F854-555AA430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63F97-CC46-75CE-CF11-565E24AB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A6B07-B330-3092-0CCE-F7A6694E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667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9F87-BBD4-4C3F-E4A0-C1D639BA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6056C-74EE-4071-F0B2-87619A5C7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4DB2E-9486-4548-BEE5-A0B606F22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255A3F-94AD-CDF6-65F3-308BC0A3D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1D2E5-1EE2-C81C-0397-8F298A80D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A88122-C7A0-93C0-E215-9109C477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B05CC-849D-97A3-867D-60ECC39E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7368E0-6388-68DA-3B5F-9536E8EF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5968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5C14-2F3F-EA3B-09FB-3DF129E0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9E349-C20F-5E53-3294-1C09D8C2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B91CB-0970-ABB1-0EA3-5D153127A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B32F6-7C02-D176-DDDC-C7852A7E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998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33463-1609-3031-8A62-278A0BC8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9C656-E436-F7EC-F457-26FBEBB9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BF121-367F-67E9-435B-84E86DA7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848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E0188-3A6B-87FE-6CC7-E956729C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4CB39-0E32-4906-E4BC-F3AEBDF0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C9D3D-F16C-A031-D3B5-02D60EFB3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BDCB9-EF22-6746-21BA-ED565EACD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90517-7C5D-0C40-A205-53FCFD26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A43CE-5190-D90A-FC96-B5CE116E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6751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E4CD-D63D-E437-F65A-A9A370E79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12CBAE-7F4B-3077-FA64-C71EA55A2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87121-2F6F-4175-9C74-08296674E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81988-C96D-90A1-9F78-C4461D64D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6200C-70AC-0759-E346-5243353A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A1E50-D9E8-1D40-B08C-EEAFFB2B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85554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53CF-65CA-97F2-D655-7BC2896C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56255-9744-1481-81F7-9806B4E3F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9E4BB-C085-EB98-2A91-7E8C178D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3E516-D4D2-EACE-6390-D222A0F0C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CDC28-2B84-0EA2-FCF3-4D5AF00C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315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AF5961-70BF-205C-B4C7-7546726A1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5C933-43F0-D7F6-F860-7719EEF97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56377-8179-2960-8843-192003B1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A5E6C-3908-80AC-C1FF-07ED305C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CECAC-E650-9D1E-8687-670B0482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264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948E96-3B4E-5851-B206-4007A3BF5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166B7-A12D-5E60-7071-F53C15A58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64C04-10ED-DDBE-D769-3A31A5295B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FDAE8-F1D5-AE48-ABFF-891707E92026}" type="datetimeFigureOut">
              <a:rPr lang="en-IL" smtClean="0"/>
              <a:t>31/12/2024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28E50-DE48-9480-D40A-54CE88C6E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7E319-8D2E-23BA-96F2-844B3F9E5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22FDF-9F74-B04D-B65A-78B95B94260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265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51899B36-90DD-FD84-6A91-EB7898CB80AF}"/>
              </a:ext>
            </a:extLst>
          </p:cNvPr>
          <p:cNvGrpSpPr/>
          <p:nvPr/>
        </p:nvGrpSpPr>
        <p:grpSpPr>
          <a:xfrm>
            <a:off x="267904" y="685219"/>
            <a:ext cx="11529189" cy="3638560"/>
            <a:chOff x="267904" y="685219"/>
            <a:chExt cx="11529189" cy="3638560"/>
          </a:xfrm>
        </p:grpSpPr>
        <p:sp>
          <p:nvSpPr>
            <p:cNvPr id="5" name="Magnetic Disk 4">
              <a:extLst>
                <a:ext uri="{FF2B5EF4-FFF2-40B4-BE49-F238E27FC236}">
                  <a16:creationId xmlns:a16="http://schemas.microsoft.com/office/drawing/2014/main" id="{DBDC6628-2F59-E3D5-0AAD-6AFE69462CD2}"/>
                </a:ext>
              </a:extLst>
            </p:cNvPr>
            <p:cNvSpPr/>
            <p:nvPr/>
          </p:nvSpPr>
          <p:spPr>
            <a:xfrm>
              <a:off x="267904" y="1616872"/>
              <a:ext cx="763622" cy="887482"/>
            </a:xfrm>
            <a:prstGeom prst="flowChartMagneticDisk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Data</a:t>
              </a:r>
            </a:p>
          </p:txBody>
        </p:sp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504FA66F-B526-AAD0-CBE1-C8446042EE36}"/>
                </a:ext>
              </a:extLst>
            </p:cNvPr>
            <p:cNvSpPr/>
            <p:nvPr/>
          </p:nvSpPr>
          <p:spPr>
            <a:xfrm>
              <a:off x="1182585" y="1955241"/>
              <a:ext cx="457200" cy="2339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7" name="Magnetic Disk 6">
              <a:extLst>
                <a:ext uri="{FF2B5EF4-FFF2-40B4-BE49-F238E27FC236}">
                  <a16:creationId xmlns:a16="http://schemas.microsoft.com/office/drawing/2014/main" id="{707A71EE-3CFD-824D-191F-99728D5881BB}"/>
                </a:ext>
              </a:extLst>
            </p:cNvPr>
            <p:cNvSpPr/>
            <p:nvPr/>
          </p:nvSpPr>
          <p:spPr>
            <a:xfrm>
              <a:off x="8611879" y="981862"/>
              <a:ext cx="555863" cy="592626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Tst</a:t>
              </a:r>
              <a:r>
                <a:rPr lang="en-IL" baseline="-25000" dirty="0"/>
                <a:t>1</a:t>
              </a:r>
            </a:p>
          </p:txBody>
        </p:sp>
        <p:sp>
          <p:nvSpPr>
            <p:cNvPr id="10" name="Magnetic Disk 9">
              <a:extLst>
                <a:ext uri="{FF2B5EF4-FFF2-40B4-BE49-F238E27FC236}">
                  <a16:creationId xmlns:a16="http://schemas.microsoft.com/office/drawing/2014/main" id="{9869F534-DD31-FFB9-B1E3-12A70D43E62A}"/>
                </a:ext>
              </a:extLst>
            </p:cNvPr>
            <p:cNvSpPr/>
            <p:nvPr/>
          </p:nvSpPr>
          <p:spPr>
            <a:xfrm>
              <a:off x="1907970" y="961336"/>
              <a:ext cx="511512" cy="623585"/>
            </a:xfrm>
            <a:prstGeom prst="flowChartMagneticDisk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T</a:t>
              </a:r>
              <a:r>
                <a:rPr lang="en-IL" baseline="-25000" dirty="0"/>
                <a:t>1</a:t>
              </a:r>
            </a:p>
          </p:txBody>
        </p:sp>
        <p:sp>
          <p:nvSpPr>
            <p:cNvPr id="11" name="Magnetic Disk 10">
              <a:extLst>
                <a:ext uri="{FF2B5EF4-FFF2-40B4-BE49-F238E27FC236}">
                  <a16:creationId xmlns:a16="http://schemas.microsoft.com/office/drawing/2014/main" id="{A7429C39-8081-26C5-2E16-41374F2B3E75}"/>
                </a:ext>
              </a:extLst>
            </p:cNvPr>
            <p:cNvSpPr/>
            <p:nvPr/>
          </p:nvSpPr>
          <p:spPr>
            <a:xfrm>
              <a:off x="1901830" y="1794460"/>
              <a:ext cx="511512" cy="623585"/>
            </a:xfrm>
            <a:prstGeom prst="flowChartMagneticDisk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T</a:t>
              </a:r>
              <a:r>
                <a:rPr lang="en-IL" baseline="-25000" dirty="0"/>
                <a:t>2</a:t>
              </a:r>
            </a:p>
          </p:txBody>
        </p:sp>
        <p:sp>
          <p:nvSpPr>
            <p:cNvPr id="12" name="Magnetic Disk 11">
              <a:extLst>
                <a:ext uri="{FF2B5EF4-FFF2-40B4-BE49-F238E27FC236}">
                  <a16:creationId xmlns:a16="http://schemas.microsoft.com/office/drawing/2014/main" id="{61644DCD-D1C3-C689-ED4B-F2FEF82285C0}"/>
                </a:ext>
              </a:extLst>
            </p:cNvPr>
            <p:cNvSpPr/>
            <p:nvPr/>
          </p:nvSpPr>
          <p:spPr>
            <a:xfrm>
              <a:off x="1909536" y="2627584"/>
              <a:ext cx="511512" cy="623585"/>
            </a:xfrm>
            <a:prstGeom prst="flowChartMagneticDisk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T</a:t>
              </a:r>
              <a:r>
                <a:rPr lang="en-IL" baseline="-25000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B35225-9B8F-9097-13CF-CE3227EB4FFB}"/>
                </a:ext>
              </a:extLst>
            </p:cNvPr>
            <p:cNvSpPr txBox="1"/>
            <p:nvPr/>
          </p:nvSpPr>
          <p:spPr>
            <a:xfrm>
              <a:off x="1465347" y="3659978"/>
              <a:ext cx="11908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dirty="0"/>
                <a:t>Train folds</a:t>
              </a:r>
            </a:p>
          </p:txBody>
        </p:sp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7A5DBBC4-3862-982D-E219-2DA1029B13FA}"/>
                </a:ext>
              </a:extLst>
            </p:cNvPr>
            <p:cNvSpPr/>
            <p:nvPr/>
          </p:nvSpPr>
          <p:spPr>
            <a:xfrm>
              <a:off x="2637989" y="1989293"/>
              <a:ext cx="457200" cy="2339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pic>
          <p:nvPicPr>
            <p:cNvPr id="1026" name="Picture 2" descr="Style Algorithm Stock Illustrations – 31,636 Style Algorithm Stock  Illustrations, Vectors &amp; Clipart - Dreamstime">
              <a:extLst>
                <a:ext uri="{FF2B5EF4-FFF2-40B4-BE49-F238E27FC236}">
                  <a16:creationId xmlns:a16="http://schemas.microsoft.com/office/drawing/2014/main" id="{5571B96C-39C3-7CAE-67A6-D37B1EA24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4072" y="685219"/>
              <a:ext cx="1175817" cy="11758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21FBE78-2668-454F-3DF1-CAA2D7A8AA52}"/>
                    </a:ext>
                  </a:extLst>
                </p:cNvPr>
                <p:cNvSpPr txBox="1"/>
                <p:nvPr/>
              </p:nvSpPr>
              <p:spPr>
                <a:xfrm>
                  <a:off x="3170865" y="3663443"/>
                  <a:ext cx="119084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</a:t>
                  </a:r>
                  <a:r>
                    <a:rPr lang="en-IL" dirty="0"/>
                    <a:t>elect top </a:t>
                  </a:r>
                  <a14:m>
                    <m:oMath xmlns:m="http://schemas.openxmlformats.org/officeDocument/2006/math">
                      <m:r>
                        <a:rPr lang="en-IL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IL" dirty="0"/>
                    <a:t> features</a:t>
                  </a: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21FBE78-2668-454F-3DF1-CAA2D7A8A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0865" y="3663443"/>
                  <a:ext cx="11908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4211" t="-3846" r="-7368" b="-13462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" name="Picture 2" descr="Style Algorithm Stock Illustrations – 31,636 Style Algorithm Stock  Illustrations, Vectors &amp; Clipart - Dreamstime">
              <a:extLst>
                <a:ext uri="{FF2B5EF4-FFF2-40B4-BE49-F238E27FC236}">
                  <a16:creationId xmlns:a16="http://schemas.microsoft.com/office/drawing/2014/main" id="{FE0D7BC7-8B28-F97D-CD73-1E85584F8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6263" y="1657890"/>
              <a:ext cx="1080226" cy="108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Style Algorithm Stock Illustrations – 31,636 Style Algorithm Stock  Illustrations, Vectors &amp; Clipart - Dreamstime">
              <a:extLst>
                <a:ext uri="{FF2B5EF4-FFF2-40B4-BE49-F238E27FC236}">
                  <a16:creationId xmlns:a16="http://schemas.microsoft.com/office/drawing/2014/main" id="{D7287C8B-CAE5-10E0-6BDF-8386932B4E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717" y="2504354"/>
              <a:ext cx="1175817" cy="11758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BF59CAA1-821C-6EAF-D942-335A72B63679}"/>
                </a:ext>
              </a:extLst>
            </p:cNvPr>
            <p:cNvSpPr/>
            <p:nvPr/>
          </p:nvSpPr>
          <p:spPr>
            <a:xfrm>
              <a:off x="4459479" y="1989292"/>
              <a:ext cx="457200" cy="2339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pic>
          <p:nvPicPr>
            <p:cNvPr id="1028" name="Picture 4" descr="Machine learning - Free miscellaneous icons">
              <a:extLst>
                <a:ext uri="{FF2B5EF4-FFF2-40B4-BE49-F238E27FC236}">
                  <a16:creationId xmlns:a16="http://schemas.microsoft.com/office/drawing/2014/main" id="{E5CA8A8A-887F-252C-43D4-6C7D0D751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471" y="961334"/>
              <a:ext cx="730256" cy="730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4" descr="Machine learning - Free miscellaneous icons">
              <a:extLst>
                <a:ext uri="{FF2B5EF4-FFF2-40B4-BE49-F238E27FC236}">
                  <a16:creationId xmlns:a16="http://schemas.microsoft.com/office/drawing/2014/main" id="{889A6C74-E22D-4EE5-16C8-09C3CD23A6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668" y="1857253"/>
              <a:ext cx="728059" cy="728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C6D03B-28E5-BCC2-EEA1-1340A677EA5B}"/>
                </a:ext>
              </a:extLst>
            </p:cNvPr>
            <p:cNvSpPr txBox="1"/>
            <p:nvPr/>
          </p:nvSpPr>
          <p:spPr>
            <a:xfrm>
              <a:off x="6633219" y="3677448"/>
              <a:ext cx="13655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Train ML </a:t>
              </a:r>
            </a:p>
            <a:p>
              <a:r>
                <a:rPr lang="en-US" dirty="0"/>
                <a:t>pipeline</a:t>
              </a:r>
              <a:endParaRPr lang="en-IL" dirty="0"/>
            </a:p>
          </p:txBody>
        </p:sp>
        <p:sp>
          <p:nvSpPr>
            <p:cNvPr id="30" name="Right Arrow 29">
              <a:extLst>
                <a:ext uri="{FF2B5EF4-FFF2-40B4-BE49-F238E27FC236}">
                  <a16:creationId xmlns:a16="http://schemas.microsoft.com/office/drawing/2014/main" id="{CBAB4952-5894-8C7A-8F06-7B8E41891E4A}"/>
                </a:ext>
              </a:extLst>
            </p:cNvPr>
            <p:cNvSpPr/>
            <p:nvPr/>
          </p:nvSpPr>
          <p:spPr>
            <a:xfrm>
              <a:off x="6011483" y="1955240"/>
              <a:ext cx="457200" cy="2339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1" name="Right Arrow 30">
              <a:extLst>
                <a:ext uri="{FF2B5EF4-FFF2-40B4-BE49-F238E27FC236}">
                  <a16:creationId xmlns:a16="http://schemas.microsoft.com/office/drawing/2014/main" id="{54584076-C4A2-ADCD-E9C3-D6A58C686A49}"/>
                </a:ext>
              </a:extLst>
            </p:cNvPr>
            <p:cNvSpPr/>
            <p:nvPr/>
          </p:nvSpPr>
          <p:spPr>
            <a:xfrm>
              <a:off x="7673041" y="1955240"/>
              <a:ext cx="457200" cy="2339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C9ACAD3-076F-D690-580B-F006B74A131C}"/>
                </a:ext>
              </a:extLst>
            </p:cNvPr>
            <p:cNvSpPr txBox="1"/>
            <p:nvPr/>
          </p:nvSpPr>
          <p:spPr>
            <a:xfrm>
              <a:off x="8233274" y="3659978"/>
              <a:ext cx="2015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Test each fold</a:t>
              </a:r>
              <a:endParaRPr lang="en-IL" dirty="0"/>
            </a:p>
          </p:txBody>
        </p:sp>
        <p:sp>
          <p:nvSpPr>
            <p:cNvPr id="33" name="Right Arrow 32">
              <a:extLst>
                <a:ext uri="{FF2B5EF4-FFF2-40B4-BE49-F238E27FC236}">
                  <a16:creationId xmlns:a16="http://schemas.microsoft.com/office/drawing/2014/main" id="{1A9131A4-B2BD-AB0A-D453-DC107162295B}"/>
                </a:ext>
              </a:extLst>
            </p:cNvPr>
            <p:cNvSpPr/>
            <p:nvPr/>
          </p:nvSpPr>
          <p:spPr>
            <a:xfrm>
              <a:off x="9452661" y="1987365"/>
              <a:ext cx="457200" cy="2339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44AE87-E172-0912-2E30-71B101AA617C}"/>
                </a:ext>
              </a:extLst>
            </p:cNvPr>
            <p:cNvSpPr/>
            <p:nvPr/>
          </p:nvSpPr>
          <p:spPr>
            <a:xfrm>
              <a:off x="10157836" y="1616872"/>
              <a:ext cx="1639257" cy="9552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</a:t>
              </a:r>
              <a:r>
                <a:rPr lang="en-IL" dirty="0">
                  <a:solidFill>
                    <a:schemeClr val="tx1"/>
                  </a:solidFill>
                </a:rPr>
                <a:t>ax AUC/Accuracy</a:t>
              </a:r>
            </a:p>
          </p:txBody>
        </p:sp>
        <p:sp>
          <p:nvSpPr>
            <p:cNvPr id="39" name="Magnetic Disk 38">
              <a:extLst>
                <a:ext uri="{FF2B5EF4-FFF2-40B4-BE49-F238E27FC236}">
                  <a16:creationId xmlns:a16="http://schemas.microsoft.com/office/drawing/2014/main" id="{F3DAF35B-CDED-E50E-CBA9-7B85C12EA63C}"/>
                </a:ext>
              </a:extLst>
            </p:cNvPr>
            <p:cNvSpPr/>
            <p:nvPr/>
          </p:nvSpPr>
          <p:spPr>
            <a:xfrm>
              <a:off x="5211807" y="1794457"/>
              <a:ext cx="511512" cy="623585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F</a:t>
              </a:r>
              <a:r>
                <a:rPr lang="en-IL" baseline="-25000" dirty="0"/>
                <a:t>2</a:t>
              </a:r>
            </a:p>
          </p:txBody>
        </p:sp>
        <p:sp>
          <p:nvSpPr>
            <p:cNvPr id="40" name="Magnetic Disk 39">
              <a:extLst>
                <a:ext uri="{FF2B5EF4-FFF2-40B4-BE49-F238E27FC236}">
                  <a16:creationId xmlns:a16="http://schemas.microsoft.com/office/drawing/2014/main" id="{651A7D6A-B01D-301B-2671-202CC2AA02EE}"/>
                </a:ext>
              </a:extLst>
            </p:cNvPr>
            <p:cNvSpPr/>
            <p:nvPr/>
          </p:nvSpPr>
          <p:spPr>
            <a:xfrm>
              <a:off x="5211807" y="2627580"/>
              <a:ext cx="511512" cy="623585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F</a:t>
              </a:r>
              <a:r>
                <a:rPr lang="en-IL" baseline="-25000" dirty="0"/>
                <a:t>3</a:t>
              </a:r>
            </a:p>
          </p:txBody>
        </p:sp>
        <p:sp>
          <p:nvSpPr>
            <p:cNvPr id="41" name="Magnetic Disk 40">
              <a:extLst>
                <a:ext uri="{FF2B5EF4-FFF2-40B4-BE49-F238E27FC236}">
                  <a16:creationId xmlns:a16="http://schemas.microsoft.com/office/drawing/2014/main" id="{28EBF091-103D-9D8F-7D2F-4C5A2BB644C9}"/>
                </a:ext>
              </a:extLst>
            </p:cNvPr>
            <p:cNvSpPr/>
            <p:nvPr/>
          </p:nvSpPr>
          <p:spPr>
            <a:xfrm>
              <a:off x="5211807" y="961334"/>
              <a:ext cx="511512" cy="623585"/>
            </a:xfrm>
            <a:prstGeom prst="flowChartMagneticDisk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F</a:t>
              </a:r>
              <a:r>
                <a:rPr lang="en-IL" baseline="-25000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FD1DE33-34E9-F466-DC4C-2AEB852EBA7E}"/>
                </a:ext>
              </a:extLst>
            </p:cNvPr>
            <p:cNvSpPr txBox="1"/>
            <p:nvPr/>
          </p:nvSpPr>
          <p:spPr>
            <a:xfrm>
              <a:off x="5011203" y="3654877"/>
              <a:ext cx="13655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Reduce dimension</a:t>
              </a:r>
              <a:endParaRPr lang="en-IL" dirty="0"/>
            </a:p>
          </p:txBody>
        </p:sp>
        <p:pic>
          <p:nvPicPr>
            <p:cNvPr id="43" name="Picture 4" descr="Machine learning - Free miscellaneous icons">
              <a:extLst>
                <a:ext uri="{FF2B5EF4-FFF2-40B4-BE49-F238E27FC236}">
                  <a16:creationId xmlns:a16="http://schemas.microsoft.com/office/drawing/2014/main" id="{9F6381F0-BB4D-CC72-84E2-77C316B2C2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668" y="2700941"/>
              <a:ext cx="728059" cy="728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Magnetic Disk 43">
              <a:extLst>
                <a:ext uri="{FF2B5EF4-FFF2-40B4-BE49-F238E27FC236}">
                  <a16:creationId xmlns:a16="http://schemas.microsoft.com/office/drawing/2014/main" id="{AF6EE6D3-D13E-87BB-9514-899773C3D9C5}"/>
                </a:ext>
              </a:extLst>
            </p:cNvPr>
            <p:cNvSpPr/>
            <p:nvPr/>
          </p:nvSpPr>
          <p:spPr>
            <a:xfrm>
              <a:off x="8611879" y="1867750"/>
              <a:ext cx="555863" cy="592626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Tst</a:t>
              </a:r>
              <a:r>
                <a:rPr lang="en-IL" baseline="-25000" dirty="0"/>
                <a:t>2</a:t>
              </a:r>
            </a:p>
          </p:txBody>
        </p:sp>
        <p:sp>
          <p:nvSpPr>
            <p:cNvPr id="45" name="Magnetic Disk 44">
              <a:extLst>
                <a:ext uri="{FF2B5EF4-FFF2-40B4-BE49-F238E27FC236}">
                  <a16:creationId xmlns:a16="http://schemas.microsoft.com/office/drawing/2014/main" id="{29057E11-8C8E-A817-9F0D-548BB60DB81E}"/>
                </a:ext>
              </a:extLst>
            </p:cNvPr>
            <p:cNvSpPr/>
            <p:nvPr/>
          </p:nvSpPr>
          <p:spPr>
            <a:xfrm>
              <a:off x="8611878" y="2765596"/>
              <a:ext cx="555863" cy="592626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Tst</a:t>
              </a:r>
              <a:r>
                <a:rPr lang="en-IL" baseline="-25000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256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4328</TotalTime>
  <Words>30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דן וילנצ'יק</dc:creator>
  <cp:lastModifiedBy>דן וילנצ'יק</cp:lastModifiedBy>
  <cp:revision>2</cp:revision>
  <dcterms:created xsi:type="dcterms:W3CDTF">2024-12-31T14:50:33Z</dcterms:created>
  <dcterms:modified xsi:type="dcterms:W3CDTF">2025-01-03T14:59:06Z</dcterms:modified>
</cp:coreProperties>
</file>