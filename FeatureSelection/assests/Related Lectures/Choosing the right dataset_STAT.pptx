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notesMasterIdLst>
    <p:notesMasterId r:id="rId32"/>
  </p:notesMasterIdLst>
  <p:sldIdLst>
    <p:sldId id="348" r:id="rId2"/>
    <p:sldId id="451" r:id="rId3"/>
    <p:sldId id="352" r:id="rId4"/>
    <p:sldId id="426" r:id="rId5"/>
    <p:sldId id="428" r:id="rId6"/>
    <p:sldId id="434" r:id="rId7"/>
    <p:sldId id="435" r:id="rId8"/>
    <p:sldId id="450" r:id="rId9"/>
    <p:sldId id="436" r:id="rId10"/>
    <p:sldId id="427" r:id="rId11"/>
    <p:sldId id="437" r:id="rId12"/>
    <p:sldId id="349" r:id="rId13"/>
    <p:sldId id="438" r:id="rId14"/>
    <p:sldId id="354" r:id="rId15"/>
    <p:sldId id="365" r:id="rId16"/>
    <p:sldId id="452" r:id="rId17"/>
    <p:sldId id="363" r:id="rId18"/>
    <p:sldId id="432" r:id="rId19"/>
    <p:sldId id="439" r:id="rId20"/>
    <p:sldId id="453" r:id="rId21"/>
    <p:sldId id="443" r:id="rId22"/>
    <p:sldId id="444" r:id="rId23"/>
    <p:sldId id="440" r:id="rId24"/>
    <p:sldId id="441" r:id="rId25"/>
    <p:sldId id="442" r:id="rId26"/>
    <p:sldId id="445" r:id="rId27"/>
    <p:sldId id="446" r:id="rId28"/>
    <p:sldId id="447" r:id="rId29"/>
    <p:sldId id="448" r:id="rId30"/>
    <p:sldId id="449" r:id="rId31"/>
  </p:sldIdLst>
  <p:sldSz cx="9144000" cy="6858000" type="screen4x3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an Vilenchik" initials="DV" lastIdx="2" clrIdx="0">
    <p:extLst>
      <p:ext uri="{19B8F6BF-5375-455C-9EA6-DF929625EA0E}">
        <p15:presenceInfo xmlns:p15="http://schemas.microsoft.com/office/powerpoint/2012/main" userId="960ea017787c6e2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00"/>
    <a:srgbClr val="FFFFBA"/>
    <a:srgbClr val="FFF49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458D29E-839D-AE47-AA23-4091D28FAC38}" v="421" dt="2025-04-20T09:35:52.917"/>
    <p1510:client id="{E189B04D-401F-5A40-AF87-FC4B24D51145}" v="2280" dt="2025-04-21T19:39:47.66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5/10/relationships/revisionInfo" Target="revisionInfo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commentAuthors" Target="commentAuthors.xml"/><Relationship Id="rId38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דן וילנצ'יק" userId="e3e68bce-9552-4e5b-b0eb-5f570e2304fb" providerId="ADAL" clId="{43E2CB6B-2926-3D46-BCE5-2586E3B11098}"/>
    <pc:docChg chg="undo custSel addSld delSld modSld">
      <pc:chgData name="דן וילנצ'יק" userId="e3e68bce-9552-4e5b-b0eb-5f570e2304fb" providerId="ADAL" clId="{43E2CB6B-2926-3D46-BCE5-2586E3B11098}" dt="2023-02-01T12:36:55.068" v="863" actId="20577"/>
      <pc:docMkLst>
        <pc:docMk/>
      </pc:docMkLst>
      <pc:sldChg chg="del">
        <pc:chgData name="דן וילנצ'יק" userId="e3e68bce-9552-4e5b-b0eb-5f570e2304fb" providerId="ADAL" clId="{43E2CB6B-2926-3D46-BCE5-2586E3B11098}" dt="2023-02-01T09:53:04.942" v="292" actId="2696"/>
        <pc:sldMkLst>
          <pc:docMk/>
          <pc:sldMk cId="1742690722" sldId="312"/>
        </pc:sldMkLst>
      </pc:sldChg>
      <pc:sldChg chg="del">
        <pc:chgData name="דן וילנצ'יק" userId="e3e68bce-9552-4e5b-b0eb-5f570e2304fb" providerId="ADAL" clId="{43E2CB6B-2926-3D46-BCE5-2586E3B11098}" dt="2023-02-01T09:53:07.066" v="293" actId="2696"/>
        <pc:sldMkLst>
          <pc:docMk/>
          <pc:sldMk cId="2718457705" sldId="313"/>
        </pc:sldMkLst>
      </pc:sldChg>
      <pc:sldChg chg="del">
        <pc:chgData name="דן וילנצ'יק" userId="e3e68bce-9552-4e5b-b0eb-5f570e2304fb" providerId="ADAL" clId="{43E2CB6B-2926-3D46-BCE5-2586E3B11098}" dt="2023-02-01T09:53:19.659" v="295" actId="2696"/>
        <pc:sldMkLst>
          <pc:docMk/>
          <pc:sldMk cId="1707611607" sldId="335"/>
        </pc:sldMkLst>
      </pc:sldChg>
      <pc:sldChg chg="del">
        <pc:chgData name="דן וילנצ'יק" userId="e3e68bce-9552-4e5b-b0eb-5f570e2304fb" providerId="ADAL" clId="{43E2CB6B-2926-3D46-BCE5-2586E3B11098}" dt="2023-02-01T09:53:20.161" v="296" actId="2696"/>
        <pc:sldMkLst>
          <pc:docMk/>
          <pc:sldMk cId="2530488267" sldId="337"/>
        </pc:sldMkLst>
      </pc:sldChg>
      <pc:sldChg chg="modSp">
        <pc:chgData name="דן וילנצ'יק" userId="e3e68bce-9552-4e5b-b0eb-5f570e2304fb" providerId="ADAL" clId="{43E2CB6B-2926-3D46-BCE5-2586E3B11098}" dt="2023-02-01T09:52:17.767" v="279" actId="20577"/>
        <pc:sldMkLst>
          <pc:docMk/>
          <pc:sldMk cId="2006480621" sldId="340"/>
        </pc:sldMkLst>
      </pc:sldChg>
      <pc:sldChg chg="modSp mod">
        <pc:chgData name="דן וילנצ'יק" userId="e3e68bce-9552-4e5b-b0eb-5f570e2304fb" providerId="ADAL" clId="{43E2CB6B-2926-3D46-BCE5-2586E3B11098}" dt="2023-02-01T11:29:03.930" v="625" actId="1076"/>
        <pc:sldMkLst>
          <pc:docMk/>
          <pc:sldMk cId="1351406306" sldId="348"/>
        </pc:sldMkLst>
      </pc:sldChg>
      <pc:sldChg chg="delSp mod delAnim">
        <pc:chgData name="דן וילנצ'יק" userId="e3e68bce-9552-4e5b-b0eb-5f570e2304fb" providerId="ADAL" clId="{43E2CB6B-2926-3D46-BCE5-2586E3B11098}" dt="2023-02-01T11:14:50.681" v="319" actId="478"/>
        <pc:sldMkLst>
          <pc:docMk/>
          <pc:sldMk cId="2154217105" sldId="351"/>
        </pc:sldMkLst>
      </pc:sldChg>
      <pc:sldChg chg="modSp mod modAnim">
        <pc:chgData name="דן וילנצ'יק" userId="e3e68bce-9552-4e5b-b0eb-5f570e2304fb" providerId="ADAL" clId="{43E2CB6B-2926-3D46-BCE5-2586E3B11098}" dt="2023-02-01T12:19:09.081" v="755" actId="20577"/>
        <pc:sldMkLst>
          <pc:docMk/>
          <pc:sldMk cId="2135053215" sldId="352"/>
        </pc:sldMkLst>
      </pc:sldChg>
      <pc:sldChg chg="modSp mod">
        <pc:chgData name="דן וילנצ'יק" userId="e3e68bce-9552-4e5b-b0eb-5f570e2304fb" providerId="ADAL" clId="{43E2CB6B-2926-3D46-BCE5-2586E3B11098}" dt="2023-02-01T11:34:22.226" v="696" actId="20577"/>
        <pc:sldMkLst>
          <pc:docMk/>
          <pc:sldMk cId="1576573105" sldId="354"/>
        </pc:sldMkLst>
      </pc:sldChg>
      <pc:sldChg chg="modSp mod modAnim">
        <pc:chgData name="דן וילנצ'יק" userId="e3e68bce-9552-4e5b-b0eb-5f570e2304fb" providerId="ADAL" clId="{43E2CB6B-2926-3D46-BCE5-2586E3B11098}" dt="2023-02-01T12:36:55.068" v="863" actId="20577"/>
        <pc:sldMkLst>
          <pc:docMk/>
          <pc:sldMk cId="162181777" sldId="363"/>
        </pc:sldMkLst>
      </pc:sldChg>
      <pc:sldChg chg="addSp delSp modSp mod modAnim">
        <pc:chgData name="דן וילנצ'יק" userId="e3e68bce-9552-4e5b-b0eb-5f570e2304fb" providerId="ADAL" clId="{43E2CB6B-2926-3D46-BCE5-2586E3B11098}" dt="2023-02-01T11:30:49.196" v="684" actId="13926"/>
        <pc:sldMkLst>
          <pc:docMk/>
          <pc:sldMk cId="4048514526" sldId="365"/>
        </pc:sldMkLst>
      </pc:sldChg>
      <pc:sldChg chg="modSp add del mod">
        <pc:chgData name="דן וילנצ'יק" userId="e3e68bce-9552-4e5b-b0eb-5f570e2304fb" providerId="ADAL" clId="{43E2CB6B-2926-3D46-BCE5-2586E3B11098}" dt="2023-02-01T11:37:01.580" v="727" actId="20577"/>
        <pc:sldMkLst>
          <pc:docMk/>
          <pc:sldMk cId="3258581997" sldId="424"/>
        </pc:sldMkLst>
      </pc:sldChg>
      <pc:sldChg chg="modSp mod">
        <pc:chgData name="דן וילנצ'יק" userId="e3e68bce-9552-4e5b-b0eb-5f570e2304fb" providerId="ADAL" clId="{43E2CB6B-2926-3D46-BCE5-2586E3B11098}" dt="2023-02-01T07:26:45.716" v="56" actId="14100"/>
        <pc:sldMkLst>
          <pc:docMk/>
          <pc:sldMk cId="0" sldId="426"/>
        </pc:sldMkLst>
      </pc:sldChg>
      <pc:sldChg chg="modSp modAnim">
        <pc:chgData name="דן וילנצ'יק" userId="e3e68bce-9552-4e5b-b0eb-5f570e2304fb" providerId="ADAL" clId="{43E2CB6B-2926-3D46-BCE5-2586E3B11098}" dt="2023-02-01T11:30:00.813" v="678" actId="14100"/>
        <pc:sldMkLst>
          <pc:docMk/>
          <pc:sldMk cId="2221436163" sldId="427"/>
        </pc:sldMkLst>
      </pc:sldChg>
      <pc:sldChg chg="addSp delSp modSp mod delAnim modAnim">
        <pc:chgData name="דן וילנצ'יק" userId="e3e68bce-9552-4e5b-b0eb-5f570e2304fb" providerId="ADAL" clId="{43E2CB6B-2926-3D46-BCE5-2586E3B11098}" dt="2023-02-01T11:31:23.561" v="687" actId="1076"/>
        <pc:sldMkLst>
          <pc:docMk/>
          <pc:sldMk cId="613477396" sldId="429"/>
        </pc:sldMkLst>
      </pc:sldChg>
      <pc:sldChg chg="new del">
        <pc:chgData name="דן וילנצ'יק" userId="e3e68bce-9552-4e5b-b0eb-5f570e2304fb" providerId="ADAL" clId="{43E2CB6B-2926-3D46-BCE5-2586E3B11098}" dt="2023-02-01T11:36:17.146" v="699" actId="2696"/>
        <pc:sldMkLst>
          <pc:docMk/>
          <pc:sldMk cId="218922741" sldId="430"/>
        </pc:sldMkLst>
      </pc:sldChg>
    </pc:docChg>
  </pc:docChgLst>
  <pc:docChgLst>
    <pc:chgData name="דן וילנצ'יק" userId="e3e68bce-9552-4e5b-b0eb-5f570e2304fb" providerId="ADAL" clId="{75C33277-AEFA-D845-B1E4-05B1935C07C2}"/>
    <pc:docChg chg="custSel addSld delSld modSld">
      <pc:chgData name="דן וילנצ'יק" userId="e3e68bce-9552-4e5b-b0eb-5f570e2304fb" providerId="ADAL" clId="{75C33277-AEFA-D845-B1E4-05B1935C07C2}" dt="2024-01-27T18:15:36.343" v="1531" actId="2696"/>
      <pc:docMkLst>
        <pc:docMk/>
      </pc:docMkLst>
      <pc:sldChg chg="del">
        <pc:chgData name="דן וילנצ'יק" userId="e3e68bce-9552-4e5b-b0eb-5f570e2304fb" providerId="ADAL" clId="{75C33277-AEFA-D845-B1E4-05B1935C07C2}" dt="2024-01-27T18:15:35.251" v="1530" actId="2696"/>
        <pc:sldMkLst>
          <pc:docMk/>
          <pc:sldMk cId="3741153848" sldId="280"/>
        </pc:sldMkLst>
      </pc:sldChg>
      <pc:sldChg chg="del">
        <pc:chgData name="דן וילנצ'יק" userId="e3e68bce-9552-4e5b-b0eb-5f570e2304fb" providerId="ADAL" clId="{75C33277-AEFA-D845-B1E4-05B1935C07C2}" dt="2024-01-27T18:15:36.343" v="1531" actId="2696"/>
        <pc:sldMkLst>
          <pc:docMk/>
          <pc:sldMk cId="1573354139" sldId="283"/>
        </pc:sldMkLst>
      </pc:sldChg>
      <pc:sldChg chg="del">
        <pc:chgData name="דן וילנצ'יק" userId="e3e68bce-9552-4e5b-b0eb-5f570e2304fb" providerId="ADAL" clId="{75C33277-AEFA-D845-B1E4-05B1935C07C2}" dt="2023-09-02T11:23:30.554" v="6" actId="2696"/>
        <pc:sldMkLst>
          <pc:docMk/>
          <pc:sldMk cId="482351117" sldId="325"/>
        </pc:sldMkLst>
      </pc:sldChg>
      <pc:sldChg chg="del">
        <pc:chgData name="דן וילנצ'יק" userId="e3e68bce-9552-4e5b-b0eb-5f570e2304fb" providerId="ADAL" clId="{75C33277-AEFA-D845-B1E4-05B1935C07C2}" dt="2023-09-02T11:21:08.903" v="0" actId="2696"/>
        <pc:sldMkLst>
          <pc:docMk/>
          <pc:sldMk cId="2006480621" sldId="340"/>
        </pc:sldMkLst>
      </pc:sldChg>
      <pc:sldChg chg="modSp mod">
        <pc:chgData name="דן וילנצ'יק" userId="e3e68bce-9552-4e5b-b0eb-5f570e2304fb" providerId="ADAL" clId="{75C33277-AEFA-D845-B1E4-05B1935C07C2}" dt="2024-01-26T10:32:56.496" v="181" actId="20577"/>
        <pc:sldMkLst>
          <pc:docMk/>
          <pc:sldMk cId="1351406306" sldId="348"/>
        </pc:sldMkLst>
      </pc:sldChg>
      <pc:sldChg chg="addSp modSp mod">
        <pc:chgData name="דן וילנצ'יק" userId="e3e68bce-9552-4e5b-b0eb-5f570e2304fb" providerId="ADAL" clId="{75C33277-AEFA-D845-B1E4-05B1935C07C2}" dt="2023-09-02T11:25:56.029" v="126" actId="1076"/>
        <pc:sldMkLst>
          <pc:docMk/>
          <pc:sldMk cId="1895968153" sldId="349"/>
        </pc:sldMkLst>
      </pc:sldChg>
      <pc:sldChg chg="modSp del mod">
        <pc:chgData name="דן וילנצ'יק" userId="e3e68bce-9552-4e5b-b0eb-5f570e2304fb" providerId="ADAL" clId="{75C33277-AEFA-D845-B1E4-05B1935C07C2}" dt="2023-09-11T03:32:23.939" v="127" actId="2696"/>
        <pc:sldMkLst>
          <pc:docMk/>
          <pc:sldMk cId="2154217105" sldId="351"/>
        </pc:sldMkLst>
      </pc:sldChg>
      <pc:sldChg chg="delSp modSp del mod">
        <pc:chgData name="דן וילנצ'יק" userId="e3e68bce-9552-4e5b-b0eb-5f570e2304fb" providerId="ADAL" clId="{75C33277-AEFA-D845-B1E4-05B1935C07C2}" dt="2023-09-02T11:23:15.848" v="5" actId="2696"/>
        <pc:sldMkLst>
          <pc:docMk/>
          <pc:sldMk cId="613477396" sldId="429"/>
        </pc:sldMkLst>
      </pc:sldChg>
      <pc:sldChg chg="del">
        <pc:chgData name="דן וילנצ'יק" userId="e3e68bce-9552-4e5b-b0eb-5f570e2304fb" providerId="ADAL" clId="{75C33277-AEFA-D845-B1E4-05B1935C07C2}" dt="2024-01-27T18:15:33.387" v="1529" actId="2696"/>
        <pc:sldMkLst>
          <pc:docMk/>
          <pc:sldMk cId="1984122486" sldId="429"/>
        </pc:sldMkLst>
      </pc:sldChg>
      <pc:sldChg chg="modSp new mod modAnim">
        <pc:chgData name="דן וילנצ'יק" userId="e3e68bce-9552-4e5b-b0eb-5f570e2304fb" providerId="ADAL" clId="{75C33277-AEFA-D845-B1E4-05B1935C07C2}" dt="2024-01-27T05:47:11.619" v="1086" actId="20577"/>
        <pc:sldMkLst>
          <pc:docMk/>
          <pc:sldMk cId="480726089" sldId="431"/>
        </pc:sldMkLst>
      </pc:sldChg>
      <pc:sldChg chg="modSp new mod modAnim">
        <pc:chgData name="דן וילנצ'יק" userId="e3e68bce-9552-4e5b-b0eb-5f570e2304fb" providerId="ADAL" clId="{75C33277-AEFA-D845-B1E4-05B1935C07C2}" dt="2024-01-27T05:45:12.335" v="1064" actId="207"/>
        <pc:sldMkLst>
          <pc:docMk/>
          <pc:sldMk cId="3146624287" sldId="432"/>
        </pc:sldMkLst>
      </pc:sldChg>
      <pc:sldChg chg="modSp new mod modAnim">
        <pc:chgData name="דן וילנצ'יק" userId="e3e68bce-9552-4e5b-b0eb-5f570e2304fb" providerId="ADAL" clId="{75C33277-AEFA-D845-B1E4-05B1935C07C2}" dt="2024-01-27T05:49:55.315" v="1528" actId="255"/>
        <pc:sldMkLst>
          <pc:docMk/>
          <pc:sldMk cId="3250601062" sldId="433"/>
        </pc:sldMkLst>
      </pc:sldChg>
    </pc:docChg>
  </pc:docChgLst>
  <pc:docChgLst>
    <pc:chgData name="דן וילנצ'יק" userId="e3e68bce-9552-4e5b-b0eb-5f570e2304fb" providerId="ADAL" clId="{E189B04D-401F-5A40-AF87-FC4B24D51145}"/>
    <pc:docChg chg="undo custSel addSld delSld modSld sldOrd addSection delSection">
      <pc:chgData name="דן וילנצ'יק" userId="e3e68bce-9552-4e5b-b0eb-5f570e2304fb" providerId="ADAL" clId="{E189B04D-401F-5A40-AF87-FC4B24D51145}" dt="2025-04-21T19:39:47.669" v="5046" actId="255"/>
      <pc:docMkLst>
        <pc:docMk/>
      </pc:docMkLst>
      <pc:sldChg chg="modSp mod">
        <pc:chgData name="דן וילנצ'יק" userId="e3e68bce-9552-4e5b-b0eb-5f570e2304fb" providerId="ADAL" clId="{E189B04D-401F-5A40-AF87-FC4B24D51145}" dt="2025-04-14T11:59:45.820" v="3" actId="207"/>
        <pc:sldMkLst>
          <pc:docMk/>
          <pc:sldMk cId="1351406306" sldId="348"/>
        </pc:sldMkLst>
        <pc:spChg chg="mod">
          <ac:chgData name="דן וילנצ'יק" userId="e3e68bce-9552-4e5b-b0eb-5f570e2304fb" providerId="ADAL" clId="{E189B04D-401F-5A40-AF87-FC4B24D51145}" dt="2025-04-14T11:59:36.276" v="2" actId="20577"/>
          <ac:spMkLst>
            <pc:docMk/>
            <pc:sldMk cId="1351406306" sldId="348"/>
            <ac:spMk id="2" creationId="{00000000-0000-0000-0000-000000000000}"/>
          </ac:spMkLst>
        </pc:spChg>
        <pc:spChg chg="mod">
          <ac:chgData name="דן וילנצ'יק" userId="e3e68bce-9552-4e5b-b0eb-5f570e2304fb" providerId="ADAL" clId="{E189B04D-401F-5A40-AF87-FC4B24D51145}" dt="2025-04-14T11:59:45.820" v="3" actId="207"/>
          <ac:spMkLst>
            <pc:docMk/>
            <pc:sldMk cId="1351406306" sldId="348"/>
            <ac:spMk id="3" creationId="{00000000-0000-0000-0000-000000000000}"/>
          </ac:spMkLst>
        </pc:spChg>
      </pc:sldChg>
      <pc:sldChg chg="ord">
        <pc:chgData name="דן וילנצ'יק" userId="e3e68bce-9552-4e5b-b0eb-5f570e2304fb" providerId="ADAL" clId="{E189B04D-401F-5A40-AF87-FC4B24D51145}" dt="2025-04-14T12:20:35.771" v="2020" actId="20578"/>
        <pc:sldMkLst>
          <pc:docMk/>
          <pc:sldMk cId="1895968153" sldId="349"/>
        </pc:sldMkLst>
      </pc:sldChg>
      <pc:sldChg chg="del">
        <pc:chgData name="דן וילנצ'יק" userId="e3e68bce-9552-4e5b-b0eb-5f570e2304fb" providerId="ADAL" clId="{E189B04D-401F-5A40-AF87-FC4B24D51145}" dt="2025-04-14T12:25:29.744" v="2142" actId="2696"/>
        <pc:sldMkLst>
          <pc:docMk/>
          <pc:sldMk cId="3882237787" sldId="353"/>
        </pc:sldMkLst>
      </pc:sldChg>
      <pc:sldChg chg="delSp modSp mod modAnim">
        <pc:chgData name="דן וילנצ'יק" userId="e3e68bce-9552-4e5b-b0eb-5f570e2304fb" providerId="ADAL" clId="{E189B04D-401F-5A40-AF87-FC4B24D51145}" dt="2025-04-21T19:38:40.575" v="5020" actId="20577"/>
        <pc:sldMkLst>
          <pc:docMk/>
          <pc:sldMk cId="1576573105" sldId="354"/>
        </pc:sldMkLst>
        <pc:spChg chg="mod">
          <ac:chgData name="דן וילנצ'יק" userId="e3e68bce-9552-4e5b-b0eb-5f570e2304fb" providerId="ADAL" clId="{E189B04D-401F-5A40-AF87-FC4B24D51145}" dt="2025-04-21T19:18:07.646" v="4145" actId="27636"/>
          <ac:spMkLst>
            <pc:docMk/>
            <pc:sldMk cId="1576573105" sldId="354"/>
            <ac:spMk id="2" creationId="{1CA63FA3-9EC2-B940-A159-91CCD5B9A214}"/>
          </ac:spMkLst>
        </pc:spChg>
        <pc:spChg chg="mod">
          <ac:chgData name="דן וילנצ'יק" userId="e3e68bce-9552-4e5b-b0eb-5f570e2304fb" providerId="ADAL" clId="{E189B04D-401F-5A40-AF87-FC4B24D51145}" dt="2025-04-21T19:38:40.575" v="5020" actId="20577"/>
          <ac:spMkLst>
            <pc:docMk/>
            <pc:sldMk cId="1576573105" sldId="354"/>
            <ac:spMk id="3" creationId="{79C6D1D7-1D1A-434B-8F21-A320EE6CFE85}"/>
          </ac:spMkLst>
        </pc:spChg>
        <pc:picChg chg="del">
          <ac:chgData name="דן וילנצ'יק" userId="e3e68bce-9552-4e5b-b0eb-5f570e2304fb" providerId="ADAL" clId="{E189B04D-401F-5A40-AF87-FC4B24D51145}" dt="2025-04-21T19:16:13.685" v="3995" actId="478"/>
          <ac:picMkLst>
            <pc:docMk/>
            <pc:sldMk cId="1576573105" sldId="354"/>
            <ac:picMk id="4" creationId="{F3A25532-517C-1937-BB11-5FEFF42C581E}"/>
          </ac:picMkLst>
        </pc:picChg>
      </pc:sldChg>
      <pc:sldChg chg="modSp mod">
        <pc:chgData name="דן וילנצ'יק" userId="e3e68bce-9552-4e5b-b0eb-5f570e2304fb" providerId="ADAL" clId="{E189B04D-401F-5A40-AF87-FC4B24D51145}" dt="2025-04-21T19:23:42.449" v="4487" actId="1076"/>
        <pc:sldMkLst>
          <pc:docMk/>
          <pc:sldMk cId="162181777" sldId="363"/>
        </pc:sldMkLst>
        <pc:picChg chg="mod">
          <ac:chgData name="דן וילנצ'יק" userId="e3e68bce-9552-4e5b-b0eb-5f570e2304fb" providerId="ADAL" clId="{E189B04D-401F-5A40-AF87-FC4B24D51145}" dt="2025-04-21T19:23:42.449" v="4487" actId="1076"/>
          <ac:picMkLst>
            <pc:docMk/>
            <pc:sldMk cId="162181777" sldId="363"/>
            <ac:picMk id="5" creationId="{AE0B99AE-DE62-E698-F193-C30FE434E6A6}"/>
          </ac:picMkLst>
        </pc:picChg>
      </pc:sldChg>
      <pc:sldChg chg="del">
        <pc:chgData name="דן וילנצ'יק" userId="e3e68bce-9552-4e5b-b0eb-5f570e2304fb" providerId="ADAL" clId="{E189B04D-401F-5A40-AF87-FC4B24D51145}" dt="2025-04-14T12:25:31.693" v="2143" actId="2696"/>
        <pc:sldMkLst>
          <pc:docMk/>
          <pc:sldMk cId="728619103" sldId="364"/>
        </pc:sldMkLst>
      </pc:sldChg>
      <pc:sldChg chg="modSp modAnim">
        <pc:chgData name="דן וילנצ'יק" userId="e3e68bce-9552-4e5b-b0eb-5f570e2304fb" providerId="ADAL" clId="{E189B04D-401F-5A40-AF87-FC4B24D51145}" dt="2025-04-21T18:54:28.187" v="2995" actId="20577"/>
        <pc:sldMkLst>
          <pc:docMk/>
          <pc:sldMk cId="0" sldId="426"/>
        </pc:sldMkLst>
        <pc:spChg chg="mod">
          <ac:chgData name="דן וילנצ'יק" userId="e3e68bce-9552-4e5b-b0eb-5f570e2304fb" providerId="ADAL" clId="{E189B04D-401F-5A40-AF87-FC4B24D51145}" dt="2025-04-21T18:54:28.187" v="2995" actId="20577"/>
          <ac:spMkLst>
            <pc:docMk/>
            <pc:sldMk cId="0" sldId="426"/>
            <ac:spMk id="33794" creationId="{15A0809E-C633-9E0A-91D1-12799DAE2658}"/>
          </ac:spMkLst>
        </pc:spChg>
      </pc:sldChg>
      <pc:sldChg chg="modSp mod ord addAnim delAnim modAnim">
        <pc:chgData name="דן וילנצ'יק" userId="e3e68bce-9552-4e5b-b0eb-5f570e2304fb" providerId="ADAL" clId="{E189B04D-401F-5A40-AF87-FC4B24D51145}" dt="2025-04-21T19:12:31.335" v="3830" actId="20577"/>
        <pc:sldMkLst>
          <pc:docMk/>
          <pc:sldMk cId="2221436163" sldId="427"/>
        </pc:sldMkLst>
        <pc:spChg chg="mod">
          <ac:chgData name="דן וילנצ'יק" userId="e3e68bce-9552-4e5b-b0eb-5f570e2304fb" providerId="ADAL" clId="{E189B04D-401F-5A40-AF87-FC4B24D51145}" dt="2025-04-21T19:11:31.194" v="3827" actId="20577"/>
          <ac:spMkLst>
            <pc:docMk/>
            <pc:sldMk cId="2221436163" sldId="427"/>
            <ac:spMk id="2" creationId="{70ABE966-6A8B-CCD8-7CE2-B6A382D0C093}"/>
          </ac:spMkLst>
        </pc:spChg>
        <pc:spChg chg="mod">
          <ac:chgData name="דן וילנצ'יק" userId="e3e68bce-9552-4e5b-b0eb-5f570e2304fb" providerId="ADAL" clId="{E189B04D-401F-5A40-AF87-FC4B24D51145}" dt="2025-04-21T19:12:31.335" v="3830" actId="20577"/>
          <ac:spMkLst>
            <pc:docMk/>
            <pc:sldMk cId="2221436163" sldId="427"/>
            <ac:spMk id="3" creationId="{AB1448D4-BBDE-00E3-EB3F-84091307DCF8}"/>
          </ac:spMkLst>
        </pc:spChg>
        <pc:picChg chg="mod">
          <ac:chgData name="דן וילנצ'יק" userId="e3e68bce-9552-4e5b-b0eb-5f570e2304fb" providerId="ADAL" clId="{E189B04D-401F-5A40-AF87-FC4B24D51145}" dt="2025-04-15T06:39:58.640" v="2485" actId="1076"/>
          <ac:picMkLst>
            <pc:docMk/>
            <pc:sldMk cId="2221436163" sldId="427"/>
            <ac:picMk id="4098" creationId="{1EFF57E4-C376-0C83-ECDE-51AC431F774B}"/>
          </ac:picMkLst>
        </pc:picChg>
      </pc:sldChg>
      <pc:sldChg chg="modSp mod">
        <pc:chgData name="דן וילנצ'יק" userId="e3e68bce-9552-4e5b-b0eb-5f570e2304fb" providerId="ADAL" clId="{E189B04D-401F-5A40-AF87-FC4B24D51145}" dt="2025-04-21T18:54:53.732" v="3018" actId="20577"/>
        <pc:sldMkLst>
          <pc:docMk/>
          <pc:sldMk cId="3398091041" sldId="428"/>
        </pc:sldMkLst>
        <pc:spChg chg="mod">
          <ac:chgData name="דן וילנצ'יק" userId="e3e68bce-9552-4e5b-b0eb-5f570e2304fb" providerId="ADAL" clId="{E189B04D-401F-5A40-AF87-FC4B24D51145}" dt="2025-04-21T18:54:53.732" v="3018" actId="20577"/>
          <ac:spMkLst>
            <pc:docMk/>
            <pc:sldMk cId="3398091041" sldId="428"/>
            <ac:spMk id="2" creationId="{40455FBB-BBE3-CDC9-E8F3-F27B9C5B2AC3}"/>
          </ac:spMkLst>
        </pc:spChg>
      </pc:sldChg>
      <pc:sldChg chg="modSp mod modAnim">
        <pc:chgData name="דן וילנצ'יק" userId="e3e68bce-9552-4e5b-b0eb-5f570e2304fb" providerId="ADAL" clId="{E189B04D-401F-5A40-AF87-FC4B24D51145}" dt="2025-04-21T19:39:47.669" v="5046" actId="255"/>
        <pc:sldMkLst>
          <pc:docMk/>
          <pc:sldMk cId="3146624287" sldId="432"/>
        </pc:sldMkLst>
        <pc:spChg chg="mod">
          <ac:chgData name="דן וילנצ'יק" userId="e3e68bce-9552-4e5b-b0eb-5f570e2304fb" providerId="ADAL" clId="{E189B04D-401F-5A40-AF87-FC4B24D51145}" dt="2025-04-21T19:39:21.081" v="5036" actId="20577"/>
          <ac:spMkLst>
            <pc:docMk/>
            <pc:sldMk cId="3146624287" sldId="432"/>
            <ac:spMk id="2" creationId="{76A44977-7FD1-3A88-0C74-78EA0928BEDB}"/>
          </ac:spMkLst>
        </pc:spChg>
        <pc:spChg chg="mod">
          <ac:chgData name="דן וילנצ'יק" userId="e3e68bce-9552-4e5b-b0eb-5f570e2304fb" providerId="ADAL" clId="{E189B04D-401F-5A40-AF87-FC4B24D51145}" dt="2025-04-21T19:39:47.669" v="5046" actId="255"/>
          <ac:spMkLst>
            <pc:docMk/>
            <pc:sldMk cId="3146624287" sldId="432"/>
            <ac:spMk id="3" creationId="{5C8F8B87-0D35-B6CB-A69C-D1B2FD97F297}"/>
          </ac:spMkLst>
        </pc:spChg>
      </pc:sldChg>
      <pc:sldChg chg="addSp delSp modSp new add del mod modAnim">
        <pc:chgData name="דן וילנצ'יק" userId="e3e68bce-9552-4e5b-b0eb-5f570e2304fb" providerId="ADAL" clId="{E189B04D-401F-5A40-AF87-FC4B24D51145}" dt="2025-04-21T18:56:22.460" v="3065"/>
        <pc:sldMkLst>
          <pc:docMk/>
          <pc:sldMk cId="2849021521" sldId="434"/>
        </pc:sldMkLst>
        <pc:spChg chg="mod">
          <ac:chgData name="דן וילנצ'יק" userId="e3e68bce-9552-4e5b-b0eb-5f570e2304fb" providerId="ADAL" clId="{E189B04D-401F-5A40-AF87-FC4B24D51145}" dt="2025-04-14T12:01:13.642" v="77" actId="5793"/>
          <ac:spMkLst>
            <pc:docMk/>
            <pc:sldMk cId="2849021521" sldId="434"/>
            <ac:spMk id="2" creationId="{ADE9B7F2-EA2A-4B7B-F8DF-94BD34D565D7}"/>
          </ac:spMkLst>
        </pc:spChg>
        <pc:spChg chg="mod">
          <ac:chgData name="דן וילנצ'יק" userId="e3e68bce-9552-4e5b-b0eb-5f570e2304fb" providerId="ADAL" clId="{E189B04D-401F-5A40-AF87-FC4B24D51145}" dt="2025-04-21T18:55:46.712" v="3063"/>
          <ac:spMkLst>
            <pc:docMk/>
            <pc:sldMk cId="2849021521" sldId="434"/>
            <ac:spMk id="3" creationId="{0E598063-DD03-B7BC-BF22-FF1427C514C5}"/>
          </ac:spMkLst>
        </pc:spChg>
      </pc:sldChg>
      <pc:sldChg chg="addSp delSp modSp new mod delAnim modAnim">
        <pc:chgData name="דן וילנצ'יק" userId="e3e68bce-9552-4e5b-b0eb-5f570e2304fb" providerId="ADAL" clId="{E189B04D-401F-5A40-AF87-FC4B24D51145}" dt="2025-04-21T19:00:44.402" v="3308" actId="478"/>
        <pc:sldMkLst>
          <pc:docMk/>
          <pc:sldMk cId="3485547633" sldId="435"/>
        </pc:sldMkLst>
        <pc:spChg chg="mod">
          <ac:chgData name="דן וילנצ'יק" userId="e3e68bce-9552-4e5b-b0eb-5f570e2304fb" providerId="ADAL" clId="{E189B04D-401F-5A40-AF87-FC4B24D51145}" dt="2025-04-14T12:04:09.324" v="498" actId="20577"/>
          <ac:spMkLst>
            <pc:docMk/>
            <pc:sldMk cId="3485547633" sldId="435"/>
            <ac:spMk id="2" creationId="{085B5829-CF32-7601-C11B-E8542153EC78}"/>
          </ac:spMkLst>
        </pc:spChg>
        <pc:spChg chg="add del mod">
          <ac:chgData name="דן וילנצ'יק" userId="e3e68bce-9552-4e5b-b0eb-5f570e2304fb" providerId="ADAL" clId="{E189B04D-401F-5A40-AF87-FC4B24D51145}" dt="2025-04-21T19:00:44.402" v="3308" actId="478"/>
          <ac:spMkLst>
            <pc:docMk/>
            <pc:sldMk cId="3485547633" sldId="435"/>
            <ac:spMk id="7" creationId="{CFFF2733-5640-1550-CA7C-4CC8B83F7A7B}"/>
          </ac:spMkLst>
        </pc:spChg>
        <pc:picChg chg="add mod">
          <ac:chgData name="דן וילנצ'יק" userId="e3e68bce-9552-4e5b-b0eb-5f570e2304fb" providerId="ADAL" clId="{E189B04D-401F-5A40-AF87-FC4B24D51145}" dt="2025-04-21T18:57:05.904" v="3066" actId="1076"/>
          <ac:picMkLst>
            <pc:docMk/>
            <pc:sldMk cId="3485547633" sldId="435"/>
            <ac:picMk id="6" creationId="{3C266888-6B37-CCD7-2553-28247E2B3AA7}"/>
          </ac:picMkLst>
        </pc:picChg>
      </pc:sldChg>
      <pc:sldChg chg="addSp modSp new mod modAnim">
        <pc:chgData name="דן וילנצ'יק" userId="e3e68bce-9552-4e5b-b0eb-5f570e2304fb" providerId="ADAL" clId="{E189B04D-401F-5A40-AF87-FC4B24D51145}" dt="2025-04-21T19:11:19.034" v="3826"/>
        <pc:sldMkLst>
          <pc:docMk/>
          <pc:sldMk cId="3652405889" sldId="436"/>
        </pc:sldMkLst>
        <pc:spChg chg="mod">
          <ac:chgData name="דן וילנצ'יק" userId="e3e68bce-9552-4e5b-b0eb-5f570e2304fb" providerId="ADAL" clId="{E189B04D-401F-5A40-AF87-FC4B24D51145}" dt="2025-04-14T12:11:40.948" v="1403" actId="20577"/>
          <ac:spMkLst>
            <pc:docMk/>
            <pc:sldMk cId="3652405889" sldId="436"/>
            <ac:spMk id="2" creationId="{F101BC0C-57B2-C7AD-6206-6A4B99283308}"/>
          </ac:spMkLst>
        </pc:spChg>
        <pc:spChg chg="mod">
          <ac:chgData name="דן וילנצ'יק" userId="e3e68bce-9552-4e5b-b0eb-5f570e2304fb" providerId="ADAL" clId="{E189B04D-401F-5A40-AF87-FC4B24D51145}" dt="2025-04-15T06:47:56.447" v="2617" actId="20577"/>
          <ac:spMkLst>
            <pc:docMk/>
            <pc:sldMk cId="3652405889" sldId="436"/>
            <ac:spMk id="3" creationId="{547A2ADB-7FB9-E37B-836E-63998E4DE55B}"/>
          </ac:spMkLst>
        </pc:spChg>
        <pc:spChg chg="add mod">
          <ac:chgData name="דן וילנצ'יק" userId="e3e68bce-9552-4e5b-b0eb-5f570e2304fb" providerId="ADAL" clId="{E189B04D-401F-5A40-AF87-FC4B24D51145}" dt="2025-04-21T19:09:17.978" v="3659" actId="1076"/>
          <ac:spMkLst>
            <pc:docMk/>
            <pc:sldMk cId="3652405889" sldId="436"/>
            <ac:spMk id="4" creationId="{1D2D3DB9-03D6-12DC-93E3-89459CAB39C0}"/>
          </ac:spMkLst>
        </pc:spChg>
      </pc:sldChg>
      <pc:sldChg chg="modSp new mod modAnim">
        <pc:chgData name="דן וילנצ'יק" userId="e3e68bce-9552-4e5b-b0eb-5f570e2304fb" providerId="ADAL" clId="{E189B04D-401F-5A40-AF87-FC4B24D51145}" dt="2025-04-21T19:15:31.539" v="3994" actId="115"/>
        <pc:sldMkLst>
          <pc:docMk/>
          <pc:sldMk cId="1798264136" sldId="437"/>
        </pc:sldMkLst>
        <pc:spChg chg="mod">
          <ac:chgData name="דן וילנצ'יק" userId="e3e68bce-9552-4e5b-b0eb-5f570e2304fb" providerId="ADAL" clId="{E189B04D-401F-5A40-AF87-FC4B24D51145}" dt="2025-04-21T19:13:03.170" v="3858" actId="20577"/>
          <ac:spMkLst>
            <pc:docMk/>
            <pc:sldMk cId="1798264136" sldId="437"/>
            <ac:spMk id="2" creationId="{2C66E56B-D166-EA13-2169-8B1F1C20CDF9}"/>
          </ac:spMkLst>
        </pc:spChg>
        <pc:spChg chg="mod">
          <ac:chgData name="דן וילנצ'יק" userId="e3e68bce-9552-4e5b-b0eb-5f570e2304fb" providerId="ADAL" clId="{E189B04D-401F-5A40-AF87-FC4B24D51145}" dt="2025-04-21T19:15:31.539" v="3994" actId="115"/>
          <ac:spMkLst>
            <pc:docMk/>
            <pc:sldMk cId="1798264136" sldId="437"/>
            <ac:spMk id="3" creationId="{44B8B70B-D3F9-17EE-A426-D91DECDC355A}"/>
          </ac:spMkLst>
        </pc:spChg>
      </pc:sldChg>
      <pc:sldChg chg="modSp new mod">
        <pc:chgData name="דן וילנצ'יק" userId="e3e68bce-9552-4e5b-b0eb-5f570e2304fb" providerId="ADAL" clId="{E189B04D-401F-5A40-AF87-FC4B24D51145}" dt="2025-04-15T06:45:17.210" v="2560" actId="20577"/>
        <pc:sldMkLst>
          <pc:docMk/>
          <pc:sldMk cId="1848956033" sldId="438"/>
        </pc:sldMkLst>
        <pc:spChg chg="mod">
          <ac:chgData name="דן וילנצ'יק" userId="e3e68bce-9552-4e5b-b0eb-5f570e2304fb" providerId="ADAL" clId="{E189B04D-401F-5A40-AF87-FC4B24D51145}" dt="2025-04-14T12:24:44.953" v="2141" actId="20577"/>
          <ac:spMkLst>
            <pc:docMk/>
            <pc:sldMk cId="1848956033" sldId="438"/>
            <ac:spMk id="2" creationId="{3BD690B8-F315-C698-4408-6822E63371C7}"/>
          </ac:spMkLst>
        </pc:spChg>
        <pc:spChg chg="mod">
          <ac:chgData name="דן וילנצ'יק" userId="e3e68bce-9552-4e5b-b0eb-5f570e2304fb" providerId="ADAL" clId="{E189B04D-401F-5A40-AF87-FC4B24D51145}" dt="2025-04-15T06:45:17.210" v="2560" actId="20577"/>
          <ac:spMkLst>
            <pc:docMk/>
            <pc:sldMk cId="1848956033" sldId="438"/>
            <ac:spMk id="3" creationId="{2AE46DFF-2E1B-A277-E6E2-7C8FFFC49597}"/>
          </ac:spMkLst>
        </pc:spChg>
      </pc:sldChg>
      <pc:sldChg chg="modSp mod">
        <pc:chgData name="דן וילנצ'יק" userId="e3e68bce-9552-4e5b-b0eb-5f570e2304fb" providerId="ADAL" clId="{E189B04D-401F-5A40-AF87-FC4B24D51145}" dt="2025-04-21T19:32:09.712" v="4975" actId="1076"/>
        <pc:sldMkLst>
          <pc:docMk/>
          <pc:sldMk cId="1509781375" sldId="439"/>
        </pc:sldMkLst>
        <pc:spChg chg="mod">
          <ac:chgData name="דן וילנצ'יק" userId="e3e68bce-9552-4e5b-b0eb-5f570e2304fb" providerId="ADAL" clId="{E189B04D-401F-5A40-AF87-FC4B24D51145}" dt="2025-04-21T19:27:17.361" v="4648" actId="20577"/>
          <ac:spMkLst>
            <pc:docMk/>
            <pc:sldMk cId="1509781375" sldId="439"/>
            <ac:spMk id="8" creationId="{9771F94A-0781-C783-EC47-C2640B99F7B6}"/>
          </ac:spMkLst>
        </pc:spChg>
        <pc:picChg chg="mod">
          <ac:chgData name="דן וילנצ'יק" userId="e3e68bce-9552-4e5b-b0eb-5f570e2304fb" providerId="ADAL" clId="{E189B04D-401F-5A40-AF87-FC4B24D51145}" dt="2025-04-21T19:32:06.774" v="4973" actId="1076"/>
          <ac:picMkLst>
            <pc:docMk/>
            <pc:sldMk cId="1509781375" sldId="439"/>
            <ac:picMk id="5" creationId="{635B15FD-83ED-9C79-D6F1-1FFD49948A19}"/>
          </ac:picMkLst>
        </pc:picChg>
        <pc:picChg chg="mod">
          <ac:chgData name="דן וילנצ'יק" userId="e3e68bce-9552-4e5b-b0eb-5f570e2304fb" providerId="ADAL" clId="{E189B04D-401F-5A40-AF87-FC4B24D51145}" dt="2025-04-21T19:32:09.712" v="4975" actId="1076"/>
          <ac:picMkLst>
            <pc:docMk/>
            <pc:sldMk cId="1509781375" sldId="439"/>
            <ac:picMk id="7" creationId="{9E6BA54C-29E6-023D-B102-E5FD2285A9BA}"/>
          </ac:picMkLst>
        </pc:picChg>
      </pc:sldChg>
      <pc:sldChg chg="del">
        <pc:chgData name="דן וילנצ'יק" userId="e3e68bce-9552-4e5b-b0eb-5f570e2304fb" providerId="ADAL" clId="{E189B04D-401F-5A40-AF87-FC4B24D51145}" dt="2025-04-21T19:33:10.270" v="4976" actId="2696"/>
        <pc:sldMkLst>
          <pc:docMk/>
          <pc:sldMk cId="803629075" sldId="444"/>
        </pc:sldMkLst>
      </pc:sldChg>
      <pc:sldChg chg="add">
        <pc:chgData name="דן וילנצ'יק" userId="e3e68bce-9552-4e5b-b0eb-5f570e2304fb" providerId="ADAL" clId="{E189B04D-401F-5A40-AF87-FC4B24D51145}" dt="2025-04-21T19:33:13.743" v="4977"/>
        <pc:sldMkLst>
          <pc:docMk/>
          <pc:sldMk cId="2669946606" sldId="444"/>
        </pc:sldMkLst>
      </pc:sldChg>
      <pc:sldChg chg="addSp delSp modSp mod modAnim">
        <pc:chgData name="דן וילנצ'יק" userId="e3e68bce-9552-4e5b-b0eb-5f570e2304fb" providerId="ADAL" clId="{E189B04D-401F-5A40-AF87-FC4B24D51145}" dt="2025-04-21T19:35:17.763" v="4981"/>
        <pc:sldMkLst>
          <pc:docMk/>
          <pc:sldMk cId="2414539251" sldId="446"/>
        </pc:sldMkLst>
        <pc:spChg chg="add del mod">
          <ac:chgData name="דן וילנצ'יק" userId="e3e68bce-9552-4e5b-b0eb-5f570e2304fb" providerId="ADAL" clId="{E189B04D-401F-5A40-AF87-FC4B24D51145}" dt="2025-04-21T19:35:17.763" v="4981"/>
          <ac:spMkLst>
            <pc:docMk/>
            <pc:sldMk cId="2414539251" sldId="446"/>
            <ac:spMk id="2" creationId="{8E038258-93BE-7BDE-7090-0645E66C8202}"/>
          </ac:spMkLst>
        </pc:spChg>
      </pc:sldChg>
      <pc:sldChg chg="modSp mod modAnim">
        <pc:chgData name="דן וילנצ'יק" userId="e3e68bce-9552-4e5b-b0eb-5f570e2304fb" providerId="ADAL" clId="{E189B04D-401F-5A40-AF87-FC4B24D51145}" dt="2025-04-21T19:35:59.373" v="4983"/>
        <pc:sldMkLst>
          <pc:docMk/>
          <pc:sldMk cId="1593018736" sldId="448"/>
        </pc:sldMkLst>
        <pc:spChg chg="mod">
          <ac:chgData name="דן וילנצ'יק" userId="e3e68bce-9552-4e5b-b0eb-5f570e2304fb" providerId="ADAL" clId="{E189B04D-401F-5A40-AF87-FC4B24D51145}" dt="2025-04-21T19:35:56.106" v="4982" actId="20577"/>
          <ac:spMkLst>
            <pc:docMk/>
            <pc:sldMk cId="1593018736" sldId="448"/>
            <ac:spMk id="3" creationId="{F5F915F9-0504-3902-AA32-C3BF7AE80040}"/>
          </ac:spMkLst>
        </pc:spChg>
      </pc:sldChg>
      <pc:sldChg chg="modSp modAnim">
        <pc:chgData name="דן וילנצ'יק" userId="e3e68bce-9552-4e5b-b0eb-5f570e2304fb" providerId="ADAL" clId="{E189B04D-401F-5A40-AF87-FC4B24D51145}" dt="2025-04-21T19:36:51.321" v="4990" actId="20577"/>
        <pc:sldMkLst>
          <pc:docMk/>
          <pc:sldMk cId="248234605" sldId="449"/>
        </pc:sldMkLst>
        <pc:spChg chg="mod">
          <ac:chgData name="דן וילנצ'יק" userId="e3e68bce-9552-4e5b-b0eb-5f570e2304fb" providerId="ADAL" clId="{E189B04D-401F-5A40-AF87-FC4B24D51145}" dt="2025-04-21T19:36:51.321" v="4990" actId="20577"/>
          <ac:spMkLst>
            <pc:docMk/>
            <pc:sldMk cId="248234605" sldId="449"/>
            <ac:spMk id="3" creationId="{8E092B91-D60D-4835-264E-77518687E203}"/>
          </ac:spMkLst>
        </pc:spChg>
      </pc:sldChg>
      <pc:sldChg chg="modSp new mod modAnim">
        <pc:chgData name="דן וילנצ'יק" userId="e3e68bce-9552-4e5b-b0eb-5f570e2304fb" providerId="ADAL" clId="{E189B04D-401F-5A40-AF87-FC4B24D51145}" dt="2025-04-21T19:04:26.350" v="3600" actId="20577"/>
        <pc:sldMkLst>
          <pc:docMk/>
          <pc:sldMk cId="3447924947" sldId="450"/>
        </pc:sldMkLst>
        <pc:spChg chg="mod">
          <ac:chgData name="דן וילנצ'יק" userId="e3e68bce-9552-4e5b-b0eb-5f570e2304fb" providerId="ADAL" clId="{E189B04D-401F-5A40-AF87-FC4B24D51145}" dt="2025-04-21T19:00:01.824" v="3205" actId="20577"/>
          <ac:spMkLst>
            <pc:docMk/>
            <pc:sldMk cId="3447924947" sldId="450"/>
            <ac:spMk id="2" creationId="{D9A8471E-466C-5BF3-6D2A-873784175F04}"/>
          </ac:spMkLst>
        </pc:spChg>
        <pc:spChg chg="mod">
          <ac:chgData name="דן וילנצ'יק" userId="e3e68bce-9552-4e5b-b0eb-5f570e2304fb" providerId="ADAL" clId="{E189B04D-401F-5A40-AF87-FC4B24D51145}" dt="2025-04-21T19:04:26.350" v="3600" actId="20577"/>
          <ac:spMkLst>
            <pc:docMk/>
            <pc:sldMk cId="3447924947" sldId="450"/>
            <ac:spMk id="3" creationId="{58699EE4-2BED-1517-E2DD-15FA6000440D}"/>
          </ac:spMkLst>
        </pc:spChg>
      </pc:sldChg>
      <pc:sldChg chg="modSp new mod">
        <pc:chgData name="דן וילנצ'יק" userId="e3e68bce-9552-4e5b-b0eb-5f570e2304fb" providerId="ADAL" clId="{E189B04D-401F-5A40-AF87-FC4B24D51145}" dt="2025-04-21T19:10:47.501" v="3825" actId="20577"/>
        <pc:sldMkLst>
          <pc:docMk/>
          <pc:sldMk cId="564718638" sldId="451"/>
        </pc:sldMkLst>
        <pc:spChg chg="mod">
          <ac:chgData name="דן וילנצ'יק" userId="e3e68bce-9552-4e5b-b0eb-5f570e2304fb" providerId="ADAL" clId="{E189B04D-401F-5A40-AF87-FC4B24D51145}" dt="2025-04-21T19:09:38.936" v="3675" actId="20577"/>
          <ac:spMkLst>
            <pc:docMk/>
            <pc:sldMk cId="564718638" sldId="451"/>
            <ac:spMk id="2" creationId="{05B580FF-7609-7BF0-F721-D4C926ADE75A}"/>
          </ac:spMkLst>
        </pc:spChg>
        <pc:spChg chg="mod">
          <ac:chgData name="דן וילנצ'יק" userId="e3e68bce-9552-4e5b-b0eb-5f570e2304fb" providerId="ADAL" clId="{E189B04D-401F-5A40-AF87-FC4B24D51145}" dt="2025-04-21T19:10:47.501" v="3825" actId="20577"/>
          <ac:spMkLst>
            <pc:docMk/>
            <pc:sldMk cId="564718638" sldId="451"/>
            <ac:spMk id="3" creationId="{B3616DAD-F3C2-028B-832D-03D5713BEA2B}"/>
          </ac:spMkLst>
        </pc:spChg>
      </pc:sldChg>
      <pc:sldChg chg="modSp new mod modAnim">
        <pc:chgData name="דן וילנצ'יק" userId="e3e68bce-9552-4e5b-b0eb-5f570e2304fb" providerId="ADAL" clId="{E189B04D-401F-5A40-AF87-FC4B24D51145}" dt="2025-04-21T19:22:19.419" v="4485"/>
        <pc:sldMkLst>
          <pc:docMk/>
          <pc:sldMk cId="3496352288" sldId="452"/>
        </pc:sldMkLst>
        <pc:spChg chg="mod">
          <ac:chgData name="דן וילנצ'יק" userId="e3e68bce-9552-4e5b-b0eb-5f570e2304fb" providerId="ADAL" clId="{E189B04D-401F-5A40-AF87-FC4B24D51145}" dt="2025-04-21T19:21:15.503" v="4287" actId="20577"/>
          <ac:spMkLst>
            <pc:docMk/>
            <pc:sldMk cId="3496352288" sldId="452"/>
            <ac:spMk id="2" creationId="{6F9C637A-F34B-F183-F95E-25DD77987370}"/>
          </ac:spMkLst>
        </pc:spChg>
        <pc:spChg chg="mod">
          <ac:chgData name="דן וילנצ'יק" userId="e3e68bce-9552-4e5b-b0eb-5f570e2304fb" providerId="ADAL" clId="{E189B04D-401F-5A40-AF87-FC4B24D51145}" dt="2025-04-21T19:22:08.789" v="4484" actId="255"/>
          <ac:spMkLst>
            <pc:docMk/>
            <pc:sldMk cId="3496352288" sldId="452"/>
            <ac:spMk id="3" creationId="{FB408557-8DB9-6C07-2B51-610753A8E9A2}"/>
          </ac:spMkLst>
        </pc:spChg>
      </pc:sldChg>
      <pc:sldChg chg="modSp new mod">
        <pc:chgData name="דן וילנצ'יק" userId="e3e68bce-9552-4e5b-b0eb-5f570e2304fb" providerId="ADAL" clId="{E189B04D-401F-5A40-AF87-FC4B24D51145}" dt="2025-04-21T19:30:59.098" v="4971" actId="20577"/>
        <pc:sldMkLst>
          <pc:docMk/>
          <pc:sldMk cId="2279182922" sldId="453"/>
        </pc:sldMkLst>
        <pc:spChg chg="mod">
          <ac:chgData name="דן וילנצ'יק" userId="e3e68bce-9552-4e5b-b0eb-5f570e2304fb" providerId="ADAL" clId="{E189B04D-401F-5A40-AF87-FC4B24D51145}" dt="2025-04-21T19:28:43.129" v="4672" actId="20577"/>
          <ac:spMkLst>
            <pc:docMk/>
            <pc:sldMk cId="2279182922" sldId="453"/>
            <ac:spMk id="2" creationId="{029E7F1E-D3AE-DFC6-C947-407DC4C269F9}"/>
          </ac:spMkLst>
        </pc:spChg>
        <pc:spChg chg="mod">
          <ac:chgData name="דן וילנצ'יק" userId="e3e68bce-9552-4e5b-b0eb-5f570e2304fb" providerId="ADAL" clId="{E189B04D-401F-5A40-AF87-FC4B24D51145}" dt="2025-04-21T19:30:59.098" v="4971" actId="20577"/>
          <ac:spMkLst>
            <pc:docMk/>
            <pc:sldMk cId="2279182922" sldId="453"/>
            <ac:spMk id="3" creationId="{6469F7CA-CE92-C360-054F-D678118A6E16}"/>
          </ac:spMkLst>
        </pc:spChg>
      </pc:sldChg>
    </pc:docChg>
  </pc:docChgLst>
  <pc:docChgLst>
    <pc:chgData name="דן וילנצ'יק" userId="e3e68bce-9552-4e5b-b0eb-5f570e2304fb" providerId="ADAL" clId="{4458D29E-839D-AE47-AA23-4091D28FAC38}"/>
    <pc:docChg chg="undo custSel addSld delSld modSld">
      <pc:chgData name="דן וילנצ'יק" userId="e3e68bce-9552-4e5b-b0eb-5f570e2304fb" providerId="ADAL" clId="{4458D29E-839D-AE47-AA23-4091D28FAC38}" dt="2025-04-20T09:58:42.305" v="3737" actId="2696"/>
      <pc:docMkLst>
        <pc:docMk/>
      </pc:docMkLst>
      <pc:sldChg chg="del">
        <pc:chgData name="דן וילנצ'יק" userId="e3e68bce-9552-4e5b-b0eb-5f570e2304fb" providerId="ADAL" clId="{4458D29E-839D-AE47-AA23-4091D28FAC38}" dt="2025-04-20T09:58:41.712" v="3736" actId="2696"/>
        <pc:sldMkLst>
          <pc:docMk/>
          <pc:sldMk cId="3322827573" sldId="299"/>
        </pc:sldMkLst>
      </pc:sldChg>
      <pc:sldChg chg="del">
        <pc:chgData name="דן וילנצ'יק" userId="e3e68bce-9552-4e5b-b0eb-5f570e2304fb" providerId="ADAL" clId="{4458D29E-839D-AE47-AA23-4091D28FAC38}" dt="2025-04-20T09:58:40.026" v="3735" actId="2696"/>
        <pc:sldMkLst>
          <pc:docMk/>
          <pc:sldMk cId="2792604514" sldId="430"/>
        </pc:sldMkLst>
      </pc:sldChg>
      <pc:sldChg chg="del">
        <pc:chgData name="דן וילנצ'יק" userId="e3e68bce-9552-4e5b-b0eb-5f570e2304fb" providerId="ADAL" clId="{4458D29E-839D-AE47-AA23-4091D28FAC38}" dt="2025-04-20T08:24:39.045" v="601" actId="2696"/>
        <pc:sldMkLst>
          <pc:docMk/>
          <pc:sldMk cId="480726089" sldId="431"/>
        </pc:sldMkLst>
      </pc:sldChg>
      <pc:sldChg chg="modSp mod modAnim">
        <pc:chgData name="דן וילנצ'יק" userId="e3e68bce-9552-4e5b-b0eb-5f570e2304fb" providerId="ADAL" clId="{4458D29E-839D-AE47-AA23-4091D28FAC38}" dt="2025-04-20T08:25:52.883" v="617"/>
        <pc:sldMkLst>
          <pc:docMk/>
          <pc:sldMk cId="3146624287" sldId="432"/>
        </pc:sldMkLst>
        <pc:spChg chg="mod">
          <ac:chgData name="דן וילנצ'יק" userId="e3e68bce-9552-4e5b-b0eb-5f570e2304fb" providerId="ADAL" clId="{4458D29E-839D-AE47-AA23-4091D28FAC38}" dt="2025-04-20T08:07:23.282" v="61" actId="20577"/>
          <ac:spMkLst>
            <pc:docMk/>
            <pc:sldMk cId="3146624287" sldId="432"/>
            <ac:spMk id="2" creationId="{76A44977-7FD1-3A88-0C74-78EA0928BEDB}"/>
          </ac:spMkLst>
        </pc:spChg>
        <pc:spChg chg="mod">
          <ac:chgData name="דן וילנצ'יק" userId="e3e68bce-9552-4e5b-b0eb-5f570e2304fb" providerId="ADAL" clId="{4458D29E-839D-AE47-AA23-4091D28FAC38}" dt="2025-04-20T08:25:52.883" v="617"/>
          <ac:spMkLst>
            <pc:docMk/>
            <pc:sldMk cId="3146624287" sldId="432"/>
            <ac:spMk id="3" creationId="{5C8F8B87-0D35-B6CB-A69C-D1B2FD97F297}"/>
          </ac:spMkLst>
        </pc:spChg>
      </pc:sldChg>
      <pc:sldChg chg="del">
        <pc:chgData name="דן וילנצ'יק" userId="e3e68bce-9552-4e5b-b0eb-5f570e2304fb" providerId="ADAL" clId="{4458D29E-839D-AE47-AA23-4091D28FAC38}" dt="2025-04-20T09:58:42.305" v="3737" actId="2696"/>
        <pc:sldMkLst>
          <pc:docMk/>
          <pc:sldMk cId="3250601062" sldId="433"/>
        </pc:sldMkLst>
      </pc:sldChg>
      <pc:sldChg chg="addSp delSp modSp new mod modAnim">
        <pc:chgData name="דן וילנצ'יק" userId="e3e68bce-9552-4e5b-b0eb-5f570e2304fb" providerId="ADAL" clId="{4458D29E-839D-AE47-AA23-4091D28FAC38}" dt="2025-04-20T08:21:39.478" v="600" actId="114"/>
        <pc:sldMkLst>
          <pc:docMk/>
          <pc:sldMk cId="1509781375" sldId="439"/>
        </pc:sldMkLst>
        <pc:spChg chg="mod">
          <ac:chgData name="דן וילנצ'יק" userId="e3e68bce-9552-4e5b-b0eb-5f570e2304fb" providerId="ADAL" clId="{4458D29E-839D-AE47-AA23-4091D28FAC38}" dt="2025-04-20T08:14:45.781" v="379" actId="20577"/>
          <ac:spMkLst>
            <pc:docMk/>
            <pc:sldMk cId="1509781375" sldId="439"/>
            <ac:spMk id="2" creationId="{7F3AA5B8-C571-2FC1-5C0B-8F6843EDA7D3}"/>
          </ac:spMkLst>
        </pc:spChg>
        <pc:spChg chg="del">
          <ac:chgData name="דן וילנצ'יק" userId="e3e68bce-9552-4e5b-b0eb-5f570e2304fb" providerId="ADAL" clId="{4458D29E-839D-AE47-AA23-4091D28FAC38}" dt="2025-04-20T08:14:53" v="380"/>
          <ac:spMkLst>
            <pc:docMk/>
            <pc:sldMk cId="1509781375" sldId="439"/>
            <ac:spMk id="3" creationId="{B887B0F6-58BB-2E22-BAD6-E7B9B59377B2}"/>
          </ac:spMkLst>
        </pc:spChg>
        <pc:spChg chg="add mod">
          <ac:chgData name="דן וילנצ'יק" userId="e3e68bce-9552-4e5b-b0eb-5f570e2304fb" providerId="ADAL" clId="{4458D29E-839D-AE47-AA23-4091D28FAC38}" dt="2025-04-20T08:21:39.478" v="600" actId="114"/>
          <ac:spMkLst>
            <pc:docMk/>
            <pc:sldMk cId="1509781375" sldId="439"/>
            <ac:spMk id="8" creationId="{9771F94A-0781-C783-EC47-C2640B99F7B6}"/>
          </ac:spMkLst>
        </pc:spChg>
        <pc:picChg chg="add mod">
          <ac:chgData name="דן וילנצ'יק" userId="e3e68bce-9552-4e5b-b0eb-5f570e2304fb" providerId="ADAL" clId="{4458D29E-839D-AE47-AA23-4091D28FAC38}" dt="2025-04-20T08:17:31.465" v="595" actId="1036"/>
          <ac:picMkLst>
            <pc:docMk/>
            <pc:sldMk cId="1509781375" sldId="439"/>
            <ac:picMk id="5" creationId="{635B15FD-83ED-9C79-D6F1-1FFD49948A19}"/>
          </ac:picMkLst>
        </pc:picChg>
        <pc:picChg chg="add mod">
          <ac:chgData name="דן וילנצ'יק" userId="e3e68bce-9552-4e5b-b0eb-5f570e2304fb" providerId="ADAL" clId="{4458D29E-839D-AE47-AA23-4091D28FAC38}" dt="2025-04-20T08:17:06.778" v="579" actId="1076"/>
          <ac:picMkLst>
            <pc:docMk/>
            <pc:sldMk cId="1509781375" sldId="439"/>
            <ac:picMk id="7" creationId="{9E6BA54C-29E6-023D-B102-E5FD2285A9BA}"/>
          </ac:picMkLst>
        </pc:picChg>
      </pc:sldChg>
      <pc:sldChg chg="addSp delSp modSp new mod">
        <pc:chgData name="דן וילנצ'יק" userId="e3e68bce-9552-4e5b-b0eb-5f570e2304fb" providerId="ADAL" clId="{4458D29E-839D-AE47-AA23-4091D28FAC38}" dt="2025-04-20T08:34:50.001" v="801" actId="1076"/>
        <pc:sldMkLst>
          <pc:docMk/>
          <pc:sldMk cId="2170291300" sldId="440"/>
        </pc:sldMkLst>
        <pc:spChg chg="mod">
          <ac:chgData name="דן וילנצ'יק" userId="e3e68bce-9552-4e5b-b0eb-5f570e2304fb" providerId="ADAL" clId="{4458D29E-839D-AE47-AA23-4091D28FAC38}" dt="2025-04-20T08:33:57.421" v="705" actId="20577"/>
          <ac:spMkLst>
            <pc:docMk/>
            <pc:sldMk cId="2170291300" sldId="440"/>
            <ac:spMk id="2" creationId="{02380314-5E24-83F6-585E-49AD13B58C05}"/>
          </ac:spMkLst>
        </pc:spChg>
        <pc:spChg chg="del">
          <ac:chgData name="דן וילנצ'יק" userId="e3e68bce-9552-4e5b-b0eb-5f570e2304fb" providerId="ADAL" clId="{4458D29E-839D-AE47-AA23-4091D28FAC38}" dt="2025-04-20T08:30:36.485" v="661"/>
          <ac:spMkLst>
            <pc:docMk/>
            <pc:sldMk cId="2170291300" sldId="440"/>
            <ac:spMk id="3" creationId="{032FD8EE-DD90-0527-8385-6BB9BCCDBB2E}"/>
          </ac:spMkLst>
        </pc:spChg>
        <pc:spChg chg="add mod">
          <ac:chgData name="דן וילנצ'יק" userId="e3e68bce-9552-4e5b-b0eb-5f570e2304fb" providerId="ADAL" clId="{4458D29E-839D-AE47-AA23-4091D28FAC38}" dt="2025-04-20T08:34:50.001" v="801" actId="1076"/>
          <ac:spMkLst>
            <pc:docMk/>
            <pc:sldMk cId="2170291300" sldId="440"/>
            <ac:spMk id="6" creationId="{83894744-B0AF-73B6-D868-4E8BC60EB614}"/>
          </ac:spMkLst>
        </pc:spChg>
        <pc:picChg chg="add mod">
          <ac:chgData name="דן וילנצ'יק" userId="e3e68bce-9552-4e5b-b0eb-5f570e2304fb" providerId="ADAL" clId="{4458D29E-839D-AE47-AA23-4091D28FAC38}" dt="2025-04-20T08:34:14.916" v="707" actId="1076"/>
          <ac:picMkLst>
            <pc:docMk/>
            <pc:sldMk cId="2170291300" sldId="440"/>
            <ac:picMk id="5" creationId="{AFAD0A5B-709C-849A-FE6E-17766AC9A767}"/>
          </ac:picMkLst>
        </pc:picChg>
      </pc:sldChg>
      <pc:sldChg chg="addSp delSp modSp new mod">
        <pc:chgData name="דן וילנצ'יק" userId="e3e68bce-9552-4e5b-b0eb-5f570e2304fb" providerId="ADAL" clId="{4458D29E-839D-AE47-AA23-4091D28FAC38}" dt="2025-04-20T09:17:39.674" v="1760" actId="21"/>
        <pc:sldMkLst>
          <pc:docMk/>
          <pc:sldMk cId="784674393" sldId="441"/>
        </pc:sldMkLst>
        <pc:spChg chg="del mod">
          <ac:chgData name="דן וילנצ'יק" userId="e3e68bce-9552-4e5b-b0eb-5f570e2304fb" providerId="ADAL" clId="{4458D29E-839D-AE47-AA23-4091D28FAC38}" dt="2025-04-20T08:34:55.748" v="802" actId="478"/>
          <ac:spMkLst>
            <pc:docMk/>
            <pc:sldMk cId="784674393" sldId="441"/>
            <ac:spMk id="2" creationId="{CBF4E44C-A163-0C68-F288-72D8061B09D9}"/>
          </ac:spMkLst>
        </pc:spChg>
        <pc:spChg chg="del">
          <ac:chgData name="דן וילנצ'יק" userId="e3e68bce-9552-4e5b-b0eb-5f570e2304fb" providerId="ADAL" clId="{4458D29E-839D-AE47-AA23-4091D28FAC38}" dt="2025-04-20T08:31:28.792" v="664"/>
          <ac:spMkLst>
            <pc:docMk/>
            <pc:sldMk cId="784674393" sldId="441"/>
            <ac:spMk id="3" creationId="{E2FBBA84-B7A1-25ED-E140-E931312730F7}"/>
          </ac:spMkLst>
        </pc:spChg>
        <pc:picChg chg="add mod">
          <ac:chgData name="דן וילנצ'יק" userId="e3e68bce-9552-4e5b-b0eb-5f570e2304fb" providerId="ADAL" clId="{4458D29E-839D-AE47-AA23-4091D28FAC38}" dt="2025-04-20T08:35:01.486" v="807" actId="1076"/>
          <ac:picMkLst>
            <pc:docMk/>
            <pc:sldMk cId="784674393" sldId="441"/>
            <ac:picMk id="5" creationId="{0DD6A574-6E84-FC34-96C7-0B69F60A56E7}"/>
          </ac:picMkLst>
        </pc:picChg>
        <pc:picChg chg="add del mod">
          <ac:chgData name="דן וילנצ'יק" userId="e3e68bce-9552-4e5b-b0eb-5f570e2304fb" providerId="ADAL" clId="{4458D29E-839D-AE47-AA23-4091D28FAC38}" dt="2025-04-20T09:17:39.674" v="1760" actId="21"/>
          <ac:picMkLst>
            <pc:docMk/>
            <pc:sldMk cId="784674393" sldId="441"/>
            <ac:picMk id="7" creationId="{7F01215C-5323-2E0A-7FC8-87EF7EDE9FEE}"/>
          </ac:picMkLst>
        </pc:picChg>
      </pc:sldChg>
      <pc:sldChg chg="addSp delSp modSp new mod">
        <pc:chgData name="דן וילנצ'יק" userId="e3e68bce-9552-4e5b-b0eb-5f570e2304fb" providerId="ADAL" clId="{4458D29E-839D-AE47-AA23-4091D28FAC38}" dt="2025-04-20T08:36:07.569" v="815" actId="1076"/>
        <pc:sldMkLst>
          <pc:docMk/>
          <pc:sldMk cId="3245478025" sldId="442"/>
        </pc:sldMkLst>
        <pc:spChg chg="del">
          <ac:chgData name="דן וילנצ'יק" userId="e3e68bce-9552-4e5b-b0eb-5f570e2304fb" providerId="ADAL" clId="{4458D29E-839D-AE47-AA23-4091D28FAC38}" dt="2025-04-20T08:36:02.706" v="810" actId="478"/>
          <ac:spMkLst>
            <pc:docMk/>
            <pc:sldMk cId="3245478025" sldId="442"/>
            <ac:spMk id="2" creationId="{E16E2DF3-0DFE-280E-A62E-FA52219CA7AD}"/>
          </ac:spMkLst>
        </pc:spChg>
        <pc:spChg chg="del">
          <ac:chgData name="דן וילנצ'יק" userId="e3e68bce-9552-4e5b-b0eb-5f570e2304fb" providerId="ADAL" clId="{4458D29E-839D-AE47-AA23-4091D28FAC38}" dt="2025-04-20T08:36:00.743" v="809"/>
          <ac:spMkLst>
            <pc:docMk/>
            <pc:sldMk cId="3245478025" sldId="442"/>
            <ac:spMk id="3" creationId="{E274F7BB-5EF0-F0BE-426A-1B35F889A55B}"/>
          </ac:spMkLst>
        </pc:spChg>
        <pc:picChg chg="add mod">
          <ac:chgData name="דן וילנצ'יק" userId="e3e68bce-9552-4e5b-b0eb-5f570e2304fb" providerId="ADAL" clId="{4458D29E-839D-AE47-AA23-4091D28FAC38}" dt="2025-04-20T08:36:07.569" v="815" actId="1076"/>
          <ac:picMkLst>
            <pc:docMk/>
            <pc:sldMk cId="3245478025" sldId="442"/>
            <ac:picMk id="5" creationId="{AB67649E-16F9-AE7F-BD33-B8D4C6042FCB}"/>
          </ac:picMkLst>
        </pc:picChg>
      </pc:sldChg>
      <pc:sldChg chg="addSp delSp modSp new mod">
        <pc:chgData name="דן וילנצ'יק" userId="e3e68bce-9552-4e5b-b0eb-5f570e2304fb" providerId="ADAL" clId="{4458D29E-839D-AE47-AA23-4091D28FAC38}" dt="2025-04-20T08:42:29.511" v="875" actId="207"/>
        <pc:sldMkLst>
          <pc:docMk/>
          <pc:sldMk cId="2373920908" sldId="443"/>
        </pc:sldMkLst>
        <pc:spChg chg="del">
          <ac:chgData name="דן וילנצ'יק" userId="e3e68bce-9552-4e5b-b0eb-5f570e2304fb" providerId="ADAL" clId="{4458D29E-839D-AE47-AA23-4091D28FAC38}" dt="2025-04-20T08:36:40.864" v="820" actId="478"/>
          <ac:spMkLst>
            <pc:docMk/>
            <pc:sldMk cId="2373920908" sldId="443"/>
            <ac:spMk id="2" creationId="{649758CE-FD8B-D8FC-5043-C4860EFAD797}"/>
          </ac:spMkLst>
        </pc:spChg>
        <pc:spChg chg="del">
          <ac:chgData name="דן וילנצ'יק" userId="e3e68bce-9552-4e5b-b0eb-5f570e2304fb" providerId="ADAL" clId="{4458D29E-839D-AE47-AA23-4091D28FAC38}" dt="2025-04-20T08:36:34.318" v="817"/>
          <ac:spMkLst>
            <pc:docMk/>
            <pc:sldMk cId="2373920908" sldId="443"/>
            <ac:spMk id="3" creationId="{D51BE114-FA7B-A69C-2AC1-CB3CF63EA6B4}"/>
          </ac:spMkLst>
        </pc:spChg>
        <pc:spChg chg="add mod">
          <ac:chgData name="דן וילנצ'יק" userId="e3e68bce-9552-4e5b-b0eb-5f570e2304fb" providerId="ADAL" clId="{4458D29E-839D-AE47-AA23-4091D28FAC38}" dt="2025-04-20T08:42:29.511" v="875" actId="207"/>
          <ac:spMkLst>
            <pc:docMk/>
            <pc:sldMk cId="2373920908" sldId="443"/>
            <ac:spMk id="8" creationId="{04871938-6AA2-4F7A-3362-1F317E1375F2}"/>
          </ac:spMkLst>
        </pc:spChg>
        <pc:picChg chg="add mod">
          <ac:chgData name="דן וילנצ'יק" userId="e3e68bce-9552-4e5b-b0eb-5f570e2304fb" providerId="ADAL" clId="{4458D29E-839D-AE47-AA23-4091D28FAC38}" dt="2025-04-20T08:37:44.881" v="834" actId="1076"/>
          <ac:picMkLst>
            <pc:docMk/>
            <pc:sldMk cId="2373920908" sldId="443"/>
            <ac:picMk id="5" creationId="{03388FD6-F2F2-405F-C777-E81CD6C1A259}"/>
          </ac:picMkLst>
        </pc:picChg>
        <pc:picChg chg="add mod">
          <ac:chgData name="דן וילנצ'יק" userId="e3e68bce-9552-4e5b-b0eb-5f570e2304fb" providerId="ADAL" clId="{4458D29E-839D-AE47-AA23-4091D28FAC38}" dt="2025-04-20T08:37:42.160" v="832" actId="1076"/>
          <ac:picMkLst>
            <pc:docMk/>
            <pc:sldMk cId="2373920908" sldId="443"/>
            <ac:picMk id="7" creationId="{2EF49425-9846-9EDB-AD00-246E8D3D17F2}"/>
          </ac:picMkLst>
        </pc:picChg>
      </pc:sldChg>
      <pc:sldChg chg="modSp new mod">
        <pc:chgData name="דן וילנצ'יק" userId="e3e68bce-9552-4e5b-b0eb-5f570e2304fb" providerId="ADAL" clId="{4458D29E-839D-AE47-AA23-4091D28FAC38}" dt="2025-04-20T09:05:19.175" v="1447" actId="20577"/>
        <pc:sldMkLst>
          <pc:docMk/>
          <pc:sldMk cId="803629075" sldId="444"/>
        </pc:sldMkLst>
        <pc:spChg chg="mod">
          <ac:chgData name="דן וילנצ'יק" userId="e3e68bce-9552-4e5b-b0eb-5f570e2304fb" providerId="ADAL" clId="{4458D29E-839D-AE47-AA23-4091D28FAC38}" dt="2025-04-20T08:46:42.035" v="884" actId="20577"/>
          <ac:spMkLst>
            <pc:docMk/>
            <pc:sldMk cId="803629075" sldId="444"/>
            <ac:spMk id="2" creationId="{427FFB9D-85B6-9BD4-2633-C836672332C4}"/>
          </ac:spMkLst>
        </pc:spChg>
        <pc:spChg chg="mod">
          <ac:chgData name="דן וילנצ'יק" userId="e3e68bce-9552-4e5b-b0eb-5f570e2304fb" providerId="ADAL" clId="{4458D29E-839D-AE47-AA23-4091D28FAC38}" dt="2025-04-20T09:05:19.175" v="1447" actId="20577"/>
          <ac:spMkLst>
            <pc:docMk/>
            <pc:sldMk cId="803629075" sldId="444"/>
            <ac:spMk id="3" creationId="{2560830F-7D78-4F93-8EB3-127CB4E4C724}"/>
          </ac:spMkLst>
        </pc:spChg>
      </pc:sldChg>
      <pc:sldChg chg="addSp modSp new mod">
        <pc:chgData name="דן וילנצ'יק" userId="e3e68bce-9552-4e5b-b0eb-5f570e2304fb" providerId="ADAL" clId="{4458D29E-839D-AE47-AA23-4091D28FAC38}" dt="2025-04-20T09:15:20.185" v="1757" actId="1076"/>
        <pc:sldMkLst>
          <pc:docMk/>
          <pc:sldMk cId="742595619" sldId="445"/>
        </pc:sldMkLst>
        <pc:spChg chg="mod">
          <ac:chgData name="דן וילנצ'יק" userId="e3e68bce-9552-4e5b-b0eb-5f570e2304fb" providerId="ADAL" clId="{4458D29E-839D-AE47-AA23-4091D28FAC38}" dt="2025-04-20T09:08:54.400" v="1471" actId="20577"/>
          <ac:spMkLst>
            <pc:docMk/>
            <pc:sldMk cId="742595619" sldId="445"/>
            <ac:spMk id="2" creationId="{843FF3C3-69BF-F8AF-192A-6AD3EA1DE1A8}"/>
          </ac:spMkLst>
        </pc:spChg>
        <pc:spChg chg="mod">
          <ac:chgData name="דן וילנצ'יק" userId="e3e68bce-9552-4e5b-b0eb-5f570e2304fb" providerId="ADAL" clId="{4458D29E-839D-AE47-AA23-4091D28FAC38}" dt="2025-04-20T09:14:59.382" v="1752" actId="20577"/>
          <ac:spMkLst>
            <pc:docMk/>
            <pc:sldMk cId="742595619" sldId="445"/>
            <ac:spMk id="3" creationId="{043073FF-4141-11B8-39BC-2BEFC057AB7A}"/>
          </ac:spMkLst>
        </pc:spChg>
        <pc:picChg chg="add mod modCrop">
          <ac:chgData name="דן וילנצ'יק" userId="e3e68bce-9552-4e5b-b0eb-5f570e2304fb" providerId="ADAL" clId="{4458D29E-839D-AE47-AA23-4091D28FAC38}" dt="2025-04-20T09:15:20.185" v="1757" actId="1076"/>
          <ac:picMkLst>
            <pc:docMk/>
            <pc:sldMk cId="742595619" sldId="445"/>
            <ac:picMk id="5" creationId="{AB86756F-FF30-62A6-A334-0DE16F95C46A}"/>
          </ac:picMkLst>
        </pc:picChg>
      </pc:sldChg>
      <pc:sldChg chg="addSp delSp modSp new mod">
        <pc:chgData name="דן וילנצ'יק" userId="e3e68bce-9552-4e5b-b0eb-5f570e2304fb" providerId="ADAL" clId="{4458D29E-839D-AE47-AA23-4091D28FAC38}" dt="2025-04-20T09:26:36.717" v="1916" actId="732"/>
        <pc:sldMkLst>
          <pc:docMk/>
          <pc:sldMk cId="2414539251" sldId="446"/>
        </pc:sldMkLst>
        <pc:spChg chg="del">
          <ac:chgData name="דן וילנצ'יק" userId="e3e68bce-9552-4e5b-b0eb-5f570e2304fb" providerId="ADAL" clId="{4458D29E-839D-AE47-AA23-4091D28FAC38}" dt="2025-04-20T09:18:09.183" v="1766" actId="478"/>
          <ac:spMkLst>
            <pc:docMk/>
            <pc:sldMk cId="2414539251" sldId="446"/>
            <ac:spMk id="2" creationId="{28388058-3130-123C-D05E-8FFAE7C99DC5}"/>
          </ac:spMkLst>
        </pc:spChg>
        <pc:spChg chg="del">
          <ac:chgData name="דן וילנצ'יק" userId="e3e68bce-9552-4e5b-b0eb-5f570e2304fb" providerId="ADAL" clId="{4458D29E-839D-AE47-AA23-4091D28FAC38}" dt="2025-04-20T09:18:06.133" v="1764"/>
          <ac:spMkLst>
            <pc:docMk/>
            <pc:sldMk cId="2414539251" sldId="446"/>
            <ac:spMk id="3" creationId="{91A6914B-1344-0FAE-65DA-13D501AC53D0}"/>
          </ac:spMkLst>
        </pc:spChg>
        <pc:spChg chg="add del mod">
          <ac:chgData name="דן וילנצ'יק" userId="e3e68bce-9552-4e5b-b0eb-5f570e2304fb" providerId="ADAL" clId="{4458D29E-839D-AE47-AA23-4091D28FAC38}" dt="2025-04-20T09:18:39.902" v="1775"/>
          <ac:spMkLst>
            <pc:docMk/>
            <pc:sldMk cId="2414539251" sldId="446"/>
            <ac:spMk id="7" creationId="{F6C5930D-C881-55F5-C82A-1CD3C97C159A}"/>
          </ac:spMkLst>
        </pc:spChg>
        <pc:spChg chg="add mod">
          <ac:chgData name="דן וילנצ'יק" userId="e3e68bce-9552-4e5b-b0eb-5f570e2304fb" providerId="ADAL" clId="{4458D29E-839D-AE47-AA23-4091D28FAC38}" dt="2025-04-20T09:26:23.190" v="1913" actId="1076"/>
          <ac:spMkLst>
            <pc:docMk/>
            <pc:sldMk cId="2414539251" sldId="446"/>
            <ac:spMk id="10" creationId="{90C701D9-4355-A3F3-9120-A161F20BA52E}"/>
          </ac:spMkLst>
        </pc:spChg>
        <pc:picChg chg="add mod">
          <ac:chgData name="דן וילנצ'יק" userId="e3e68bce-9552-4e5b-b0eb-5f570e2304fb" providerId="ADAL" clId="{4458D29E-839D-AE47-AA23-4091D28FAC38}" dt="2025-04-20T09:18:11.971" v="1767" actId="1076"/>
          <ac:picMkLst>
            <pc:docMk/>
            <pc:sldMk cId="2414539251" sldId="446"/>
            <ac:picMk id="4" creationId="{6111846D-1A6D-2ABC-5C14-D5B5993505F7}"/>
          </ac:picMkLst>
        </pc:picChg>
        <pc:picChg chg="add mod modCrop">
          <ac:chgData name="דן וילנצ'יק" userId="e3e68bce-9552-4e5b-b0eb-5f570e2304fb" providerId="ADAL" clId="{4458D29E-839D-AE47-AA23-4091D28FAC38}" dt="2025-04-20T09:26:14.715" v="1912" actId="14100"/>
          <ac:picMkLst>
            <pc:docMk/>
            <pc:sldMk cId="2414539251" sldId="446"/>
            <ac:picMk id="6" creationId="{A4B13281-606A-07D4-3A4F-65B7508BCE36}"/>
          </ac:picMkLst>
        </pc:picChg>
        <pc:picChg chg="add mod">
          <ac:chgData name="דן וילנצ'יק" userId="e3e68bce-9552-4e5b-b0eb-5f570e2304fb" providerId="ADAL" clId="{4458D29E-839D-AE47-AA23-4091D28FAC38}" dt="2025-04-20T09:26:28.433" v="1915" actId="1076"/>
          <ac:picMkLst>
            <pc:docMk/>
            <pc:sldMk cId="2414539251" sldId="446"/>
            <ac:picMk id="9" creationId="{E6570E74-1C24-53B6-994E-56F0B298D58F}"/>
          </ac:picMkLst>
        </pc:picChg>
        <pc:picChg chg="add mod modCrop">
          <ac:chgData name="דן וילנצ'יק" userId="e3e68bce-9552-4e5b-b0eb-5f570e2304fb" providerId="ADAL" clId="{4458D29E-839D-AE47-AA23-4091D28FAC38}" dt="2025-04-20T09:26:36.717" v="1916" actId="732"/>
          <ac:picMkLst>
            <pc:docMk/>
            <pc:sldMk cId="2414539251" sldId="446"/>
            <ac:picMk id="12" creationId="{04F80F37-FCAF-BE92-8B5D-E9A2ABB13E55}"/>
          </ac:picMkLst>
        </pc:picChg>
      </pc:sldChg>
      <pc:sldChg chg="addSp modSp new mod modAnim">
        <pc:chgData name="דן וילנצ'יק" userId="e3e68bce-9552-4e5b-b0eb-5f570e2304fb" providerId="ADAL" clId="{4458D29E-839D-AE47-AA23-4091D28FAC38}" dt="2025-04-20T09:35:52.917" v="2524" actId="20577"/>
        <pc:sldMkLst>
          <pc:docMk/>
          <pc:sldMk cId="913309772" sldId="447"/>
        </pc:sldMkLst>
        <pc:spChg chg="mod">
          <ac:chgData name="דן וילנצ'יק" userId="e3e68bce-9552-4e5b-b0eb-5f570e2304fb" providerId="ADAL" clId="{4458D29E-839D-AE47-AA23-4091D28FAC38}" dt="2025-04-20T09:27:04.034" v="1948" actId="20577"/>
          <ac:spMkLst>
            <pc:docMk/>
            <pc:sldMk cId="913309772" sldId="447"/>
            <ac:spMk id="2" creationId="{247FFEDF-D77F-EDC2-5B9C-A9C43617125C}"/>
          </ac:spMkLst>
        </pc:spChg>
        <pc:spChg chg="mod">
          <ac:chgData name="דן וילנצ'יק" userId="e3e68bce-9552-4e5b-b0eb-5f570e2304fb" providerId="ADAL" clId="{4458D29E-839D-AE47-AA23-4091D28FAC38}" dt="2025-04-20T09:35:52.917" v="2524" actId="20577"/>
          <ac:spMkLst>
            <pc:docMk/>
            <pc:sldMk cId="913309772" sldId="447"/>
            <ac:spMk id="3" creationId="{D0548821-F870-20B7-57CE-3B1406658FB8}"/>
          </ac:spMkLst>
        </pc:spChg>
        <pc:picChg chg="add mod">
          <ac:chgData name="דן וילנצ'יק" userId="e3e68bce-9552-4e5b-b0eb-5f570e2304fb" providerId="ADAL" clId="{4458D29E-839D-AE47-AA23-4091D28FAC38}" dt="2025-04-20T09:35:37.257" v="2519" actId="1038"/>
          <ac:picMkLst>
            <pc:docMk/>
            <pc:sldMk cId="913309772" sldId="447"/>
            <ac:picMk id="5" creationId="{3BF6FF82-4FDF-3DD1-52DD-BCCDAC2A40A7}"/>
          </ac:picMkLst>
        </pc:picChg>
      </pc:sldChg>
      <pc:sldChg chg="modSp new mod">
        <pc:chgData name="דן וילנצ'יק" userId="e3e68bce-9552-4e5b-b0eb-5f570e2304fb" providerId="ADAL" clId="{4458D29E-839D-AE47-AA23-4091D28FAC38}" dt="2025-04-20T09:38:51.257" v="2683" actId="5793"/>
        <pc:sldMkLst>
          <pc:docMk/>
          <pc:sldMk cId="1593018736" sldId="448"/>
        </pc:sldMkLst>
        <pc:spChg chg="mod">
          <ac:chgData name="דן וילנצ'יק" userId="e3e68bce-9552-4e5b-b0eb-5f570e2304fb" providerId="ADAL" clId="{4458D29E-839D-AE47-AA23-4091D28FAC38}" dt="2025-04-20T09:37:30.735" v="2583" actId="20577"/>
          <ac:spMkLst>
            <pc:docMk/>
            <pc:sldMk cId="1593018736" sldId="448"/>
            <ac:spMk id="2" creationId="{E925347D-9BB5-8AB0-19D7-E84C9200D2E5}"/>
          </ac:spMkLst>
        </pc:spChg>
        <pc:spChg chg="mod">
          <ac:chgData name="דן וילנצ'יק" userId="e3e68bce-9552-4e5b-b0eb-5f570e2304fb" providerId="ADAL" clId="{4458D29E-839D-AE47-AA23-4091D28FAC38}" dt="2025-04-20T09:38:51.257" v="2683" actId="5793"/>
          <ac:spMkLst>
            <pc:docMk/>
            <pc:sldMk cId="1593018736" sldId="448"/>
            <ac:spMk id="3" creationId="{F5F915F9-0504-3902-AA32-C3BF7AE80040}"/>
          </ac:spMkLst>
        </pc:spChg>
      </pc:sldChg>
      <pc:sldChg chg="modSp new mod">
        <pc:chgData name="דן וילנצ'יק" userId="e3e68bce-9552-4e5b-b0eb-5f570e2304fb" providerId="ADAL" clId="{4458D29E-839D-AE47-AA23-4091D28FAC38}" dt="2025-04-20T09:58:33.987" v="3734" actId="255"/>
        <pc:sldMkLst>
          <pc:docMk/>
          <pc:sldMk cId="248234605" sldId="449"/>
        </pc:sldMkLst>
        <pc:spChg chg="mod">
          <ac:chgData name="דן וילנצ'יק" userId="e3e68bce-9552-4e5b-b0eb-5f570e2304fb" providerId="ADAL" clId="{4458D29E-839D-AE47-AA23-4091D28FAC38}" dt="2025-04-20T09:39:03.124" v="2695" actId="20577"/>
          <ac:spMkLst>
            <pc:docMk/>
            <pc:sldMk cId="248234605" sldId="449"/>
            <ac:spMk id="2" creationId="{F3CD0642-623E-5D68-969E-EF0CAA88E756}"/>
          </ac:spMkLst>
        </pc:spChg>
        <pc:spChg chg="mod">
          <ac:chgData name="דן וילנצ'יק" userId="e3e68bce-9552-4e5b-b0eb-5f570e2304fb" providerId="ADAL" clId="{4458D29E-839D-AE47-AA23-4091D28FAC38}" dt="2025-04-20T09:58:33.987" v="3734" actId="255"/>
          <ac:spMkLst>
            <pc:docMk/>
            <pc:sldMk cId="248234605" sldId="449"/>
            <ac:spMk id="3" creationId="{8E092B91-D60D-4835-264E-77518687E203}"/>
          </ac:spMkLst>
        </pc:spChg>
      </pc:sldChg>
    </pc:docChg>
  </pc:docChgLst>
  <pc:docChgLst>
    <pc:chgData name="דן וילנצ'יק" userId="e3e68bce-9552-4e5b-b0eb-5f570e2304fb" providerId="ADAL" clId="{5E86CB60-AF92-8245-AA8B-C9674DD938C5}"/>
    <pc:docChg chg="undo custSel addSld delSld modSld">
      <pc:chgData name="דן וילנצ'יק" userId="e3e68bce-9552-4e5b-b0eb-5f570e2304fb" providerId="ADAL" clId="{5E86CB60-AF92-8245-AA8B-C9674DD938C5}" dt="2023-09-10T08:44:47.390" v="1083" actId="1076"/>
      <pc:docMkLst>
        <pc:docMk/>
      </pc:docMkLst>
      <pc:sldChg chg="delSp modSp add mod">
        <pc:chgData name="דן וילנצ'יק" userId="e3e68bce-9552-4e5b-b0eb-5f570e2304fb" providerId="ADAL" clId="{5E86CB60-AF92-8245-AA8B-C9674DD938C5}" dt="2023-09-10T07:27:26.566" v="567" actId="1036"/>
        <pc:sldMkLst>
          <pc:docMk/>
          <pc:sldMk cId="3741153848" sldId="280"/>
        </pc:sldMkLst>
      </pc:sldChg>
      <pc:sldChg chg="addSp delSp modSp add mod">
        <pc:chgData name="דן וילנצ'יק" userId="e3e68bce-9552-4e5b-b0eb-5f570e2304fb" providerId="ADAL" clId="{5E86CB60-AF92-8245-AA8B-C9674DD938C5}" dt="2023-09-10T07:30:06.978" v="580" actId="1036"/>
        <pc:sldMkLst>
          <pc:docMk/>
          <pc:sldMk cId="1573354139" sldId="283"/>
        </pc:sldMkLst>
      </pc:sldChg>
      <pc:sldChg chg="addSp delSp modSp mod">
        <pc:chgData name="דן וילנצ'יק" userId="e3e68bce-9552-4e5b-b0eb-5f570e2304fb" providerId="ADAL" clId="{5E86CB60-AF92-8245-AA8B-C9674DD938C5}" dt="2023-09-10T05:36:21.825" v="303" actId="478"/>
        <pc:sldMkLst>
          <pc:docMk/>
          <pc:sldMk cId="2154217105" sldId="351"/>
        </pc:sldMkLst>
      </pc:sldChg>
      <pc:sldChg chg="modSp">
        <pc:chgData name="דן וילנצ'יק" userId="e3e68bce-9552-4e5b-b0eb-5f570e2304fb" providerId="ADAL" clId="{5E86CB60-AF92-8245-AA8B-C9674DD938C5}" dt="2023-09-10T07:35:49.053" v="829" actId="20577"/>
        <pc:sldMkLst>
          <pc:docMk/>
          <pc:sldMk cId="2135053215" sldId="352"/>
        </pc:sldMkLst>
      </pc:sldChg>
      <pc:sldChg chg="modSp mod modAnim">
        <pc:chgData name="דן וילנצ'יק" userId="e3e68bce-9552-4e5b-b0eb-5f570e2304fb" providerId="ADAL" clId="{5E86CB60-AF92-8245-AA8B-C9674DD938C5}" dt="2023-09-10T05:34:58.281" v="263"/>
        <pc:sldMkLst>
          <pc:docMk/>
          <pc:sldMk cId="1576573105" sldId="354"/>
        </pc:sldMkLst>
      </pc:sldChg>
      <pc:sldChg chg="addSp delSp modSp mod modAnim">
        <pc:chgData name="דן וילנצ'יק" userId="e3e68bce-9552-4e5b-b0eb-5f570e2304fb" providerId="ADAL" clId="{5E86CB60-AF92-8245-AA8B-C9674DD938C5}" dt="2023-09-10T07:41:43.348" v="1071" actId="20577"/>
        <pc:sldMkLst>
          <pc:docMk/>
          <pc:sldMk cId="162181777" sldId="363"/>
        </pc:sldMkLst>
      </pc:sldChg>
      <pc:sldChg chg="addSp modSp mod modAnim">
        <pc:chgData name="דן וילנצ'יק" userId="e3e68bce-9552-4e5b-b0eb-5f570e2304fb" providerId="ADAL" clId="{5E86CB60-AF92-8245-AA8B-C9674DD938C5}" dt="2023-09-10T05:34:00.186" v="259" actId="14100"/>
        <pc:sldMkLst>
          <pc:docMk/>
          <pc:sldMk cId="728619103" sldId="364"/>
        </pc:sldMkLst>
      </pc:sldChg>
      <pc:sldChg chg="modSp mod">
        <pc:chgData name="דן וילנצ'יק" userId="e3e68bce-9552-4e5b-b0eb-5f570e2304fb" providerId="ADAL" clId="{5E86CB60-AF92-8245-AA8B-C9674DD938C5}" dt="2023-09-10T07:41:47.431" v="1072" actId="20577"/>
        <pc:sldMkLst>
          <pc:docMk/>
          <pc:sldMk cId="4048514526" sldId="365"/>
        </pc:sldMkLst>
      </pc:sldChg>
      <pc:sldChg chg="del">
        <pc:chgData name="דן וילנצ'יק" userId="e3e68bce-9552-4e5b-b0eb-5f570e2304fb" providerId="ADAL" clId="{5E86CB60-AF92-8245-AA8B-C9674DD938C5}" dt="2023-09-10T05:39:58.074" v="323" actId="2696"/>
        <pc:sldMkLst>
          <pc:docMk/>
          <pc:sldMk cId="2043509984" sldId="375"/>
        </pc:sldMkLst>
      </pc:sldChg>
      <pc:sldChg chg="del">
        <pc:chgData name="דן וילנצ'יק" userId="e3e68bce-9552-4e5b-b0eb-5f570e2304fb" providerId="ADAL" clId="{5E86CB60-AF92-8245-AA8B-C9674DD938C5}" dt="2023-09-10T05:39:59.666" v="324" actId="2696"/>
        <pc:sldMkLst>
          <pc:docMk/>
          <pc:sldMk cId="3258581997" sldId="424"/>
        </pc:sldMkLst>
      </pc:sldChg>
      <pc:sldChg chg="modSp mod modAnim">
        <pc:chgData name="דן וילנצ'יק" userId="e3e68bce-9552-4e5b-b0eb-5f570e2304fb" providerId="ADAL" clId="{5E86CB60-AF92-8245-AA8B-C9674DD938C5}" dt="2023-09-10T07:41:56.972" v="1073" actId="20577"/>
        <pc:sldMkLst>
          <pc:docMk/>
          <pc:sldMk cId="0" sldId="426"/>
        </pc:sldMkLst>
      </pc:sldChg>
      <pc:sldChg chg="modSp modAnim">
        <pc:chgData name="דן וילנצ'יק" userId="e3e68bce-9552-4e5b-b0eb-5f570e2304fb" providerId="ADAL" clId="{5E86CB60-AF92-8245-AA8B-C9674DD938C5}" dt="2023-09-10T07:38:26.330" v="936" actId="20577"/>
        <pc:sldMkLst>
          <pc:docMk/>
          <pc:sldMk cId="2221436163" sldId="427"/>
        </pc:sldMkLst>
      </pc:sldChg>
      <pc:sldChg chg="modSp mod">
        <pc:chgData name="דן וילנצ'יק" userId="e3e68bce-9552-4e5b-b0eb-5f570e2304fb" providerId="ADAL" clId="{5E86CB60-AF92-8245-AA8B-C9674DD938C5}" dt="2023-09-10T07:37:16.925" v="911" actId="1076"/>
        <pc:sldMkLst>
          <pc:docMk/>
          <pc:sldMk cId="3398091041" sldId="428"/>
        </pc:sldMkLst>
      </pc:sldChg>
      <pc:sldChg chg="addSp modSp new mod">
        <pc:chgData name="דן וילנצ'יק" userId="e3e68bce-9552-4e5b-b0eb-5f570e2304fb" providerId="ADAL" clId="{5E86CB60-AF92-8245-AA8B-C9674DD938C5}" dt="2023-09-10T08:44:47.390" v="1083" actId="1076"/>
        <pc:sldMkLst>
          <pc:docMk/>
          <pc:sldMk cId="1984122486" sldId="429"/>
        </pc:sldMkLst>
      </pc:sldChg>
      <pc:sldChg chg="addSp modSp new mod modAnim">
        <pc:chgData name="דן וילנצ'יק" userId="e3e68bce-9552-4e5b-b0eb-5f570e2304fb" providerId="ADAL" clId="{5E86CB60-AF92-8245-AA8B-C9674DD938C5}" dt="2023-09-10T07:35:07.784" v="803"/>
        <pc:sldMkLst>
          <pc:docMk/>
          <pc:sldMk cId="2792604514" sldId="430"/>
        </pc:sldMkLst>
      </pc:sldChg>
      <pc:sldChg chg="modSp new del mod">
        <pc:chgData name="דן וילנצ'יק" userId="e3e68bce-9552-4e5b-b0eb-5f570e2304fb" providerId="ADAL" clId="{5E86CB60-AF92-8245-AA8B-C9674DD938C5}" dt="2023-09-10T07:40:28.502" v="968" actId="2696"/>
        <pc:sldMkLst>
          <pc:docMk/>
          <pc:sldMk cId="3408295013" sldId="431"/>
        </pc:sldMkLst>
      </pc:sldChg>
    </pc:docChg>
  </pc:docChgLst>
  <pc:docChgLst>
    <pc:chgData name="דן וילנצ'יק" userId="e3e68bce-9552-4e5b-b0eb-5f570e2304fb" providerId="ADAL" clId="{6D8B415F-6B51-8F44-A571-6371E12563BF}"/>
    <pc:docChg chg="undo custSel addSld delSld modSld sldOrd">
      <pc:chgData name="דן וילנצ'יק" userId="e3e68bce-9552-4e5b-b0eb-5f570e2304fb" providerId="ADAL" clId="{6D8B415F-6B51-8F44-A571-6371E12563BF}" dt="2022-12-18T17:53:09.516" v="1469" actId="1076"/>
      <pc:docMkLst>
        <pc:docMk/>
      </pc:docMkLst>
      <pc:sldChg chg="del">
        <pc:chgData name="דן וילנצ'יק" userId="e3e68bce-9552-4e5b-b0eb-5f570e2304fb" providerId="ADAL" clId="{6D8B415F-6B51-8F44-A571-6371E12563BF}" dt="2022-12-17T06:06:38.797" v="1054" actId="2696"/>
        <pc:sldMkLst>
          <pc:docMk/>
          <pc:sldMk cId="291696180" sldId="264"/>
        </pc:sldMkLst>
      </pc:sldChg>
      <pc:sldChg chg="add del ord">
        <pc:chgData name="דן וילנצ'יק" userId="e3e68bce-9552-4e5b-b0eb-5f570e2304fb" providerId="ADAL" clId="{6D8B415F-6B51-8F44-A571-6371E12563BF}" dt="2022-12-18T07:43:50.651" v="1347" actId="2696"/>
        <pc:sldMkLst>
          <pc:docMk/>
          <pc:sldMk cId="146810842" sldId="288"/>
        </pc:sldMkLst>
      </pc:sldChg>
      <pc:sldChg chg="addSp modSp mod modAnim">
        <pc:chgData name="דן וילנצ'יק" userId="e3e68bce-9552-4e5b-b0eb-5f570e2304fb" providerId="ADAL" clId="{6D8B415F-6B51-8F44-A571-6371E12563BF}" dt="2022-12-18T07:58:35.647" v="1381" actId="1035"/>
        <pc:sldMkLst>
          <pc:docMk/>
          <pc:sldMk cId="1742690722" sldId="312"/>
        </pc:sldMkLst>
      </pc:sldChg>
      <pc:sldChg chg="modSp mod">
        <pc:chgData name="דן וילנצ'יק" userId="e3e68bce-9552-4e5b-b0eb-5f570e2304fb" providerId="ADAL" clId="{6D8B415F-6B51-8F44-A571-6371E12563BF}" dt="2022-12-18T07:59:33.703" v="1431" actId="20577"/>
        <pc:sldMkLst>
          <pc:docMk/>
          <pc:sldMk cId="482351117" sldId="325"/>
        </pc:sldMkLst>
      </pc:sldChg>
      <pc:sldChg chg="ord">
        <pc:chgData name="דן וילנצ'יק" userId="e3e68bce-9552-4e5b-b0eb-5f570e2304fb" providerId="ADAL" clId="{6D8B415F-6B51-8F44-A571-6371E12563BF}" dt="2022-12-18T07:30:06.405" v="1204" actId="20578"/>
        <pc:sldMkLst>
          <pc:docMk/>
          <pc:sldMk cId="1707611607" sldId="335"/>
        </pc:sldMkLst>
      </pc:sldChg>
      <pc:sldChg chg="ord">
        <pc:chgData name="דן וילנצ'יק" userId="e3e68bce-9552-4e5b-b0eb-5f570e2304fb" providerId="ADAL" clId="{6D8B415F-6B51-8F44-A571-6371E12563BF}" dt="2022-12-18T07:30:06.405" v="1204" actId="20578"/>
        <pc:sldMkLst>
          <pc:docMk/>
          <pc:sldMk cId="2530488267" sldId="337"/>
        </pc:sldMkLst>
      </pc:sldChg>
      <pc:sldChg chg="modSp mod ord modAnim">
        <pc:chgData name="דן וילנצ'יק" userId="e3e68bce-9552-4e5b-b0eb-5f570e2304fb" providerId="ADAL" clId="{6D8B415F-6B51-8F44-A571-6371E12563BF}" dt="2022-12-18T07:26:22.818" v="1183"/>
        <pc:sldMkLst>
          <pc:docMk/>
          <pc:sldMk cId="2006480621" sldId="340"/>
        </pc:sldMkLst>
      </pc:sldChg>
      <pc:sldChg chg="del">
        <pc:chgData name="דן וילנצ'יק" userId="e3e68bce-9552-4e5b-b0eb-5f570e2304fb" providerId="ADAL" clId="{6D8B415F-6B51-8F44-A571-6371E12563BF}" dt="2022-12-17T06:06:47.603" v="1055" actId="2696"/>
        <pc:sldMkLst>
          <pc:docMk/>
          <pc:sldMk cId="1080807739" sldId="342"/>
        </pc:sldMkLst>
      </pc:sldChg>
      <pc:sldChg chg="modSp mod">
        <pc:chgData name="דן וילנצ'יק" userId="e3e68bce-9552-4e5b-b0eb-5f570e2304fb" providerId="ADAL" clId="{6D8B415F-6B51-8F44-A571-6371E12563BF}" dt="2022-12-17T05:55:07.388" v="823" actId="20577"/>
        <pc:sldMkLst>
          <pc:docMk/>
          <pc:sldMk cId="1351406306" sldId="348"/>
        </pc:sldMkLst>
      </pc:sldChg>
      <pc:sldChg chg="modSp del mod">
        <pc:chgData name="דן וילנצ'יק" userId="e3e68bce-9552-4e5b-b0eb-5f570e2304fb" providerId="ADAL" clId="{6D8B415F-6B51-8F44-A571-6371E12563BF}" dt="2022-12-17T06:00:25.741" v="920" actId="2696"/>
        <pc:sldMkLst>
          <pc:docMk/>
          <pc:sldMk cId="4262878235" sldId="350"/>
        </pc:sldMkLst>
      </pc:sldChg>
      <pc:sldChg chg="modSp new mod modAnim">
        <pc:chgData name="דן וילנצ'יק" userId="e3e68bce-9552-4e5b-b0eb-5f570e2304fb" providerId="ADAL" clId="{6D8B415F-6B51-8F44-A571-6371E12563BF}" dt="2022-12-18T06:27:28.160" v="1063"/>
        <pc:sldMkLst>
          <pc:docMk/>
          <pc:sldMk cId="2135053215" sldId="352"/>
        </pc:sldMkLst>
      </pc:sldChg>
      <pc:sldChg chg="modSp new mod modAnim">
        <pc:chgData name="דן וילנצ'יק" userId="e3e68bce-9552-4e5b-b0eb-5f570e2304fb" providerId="ADAL" clId="{6D8B415F-6B51-8F44-A571-6371E12563BF}" dt="2022-12-17T05:57:36.546" v="913" actId="207"/>
        <pc:sldMkLst>
          <pc:docMk/>
          <pc:sldMk cId="3882237787" sldId="353"/>
        </pc:sldMkLst>
      </pc:sldChg>
      <pc:sldChg chg="addSp modSp add mod modAnim">
        <pc:chgData name="דן וילנצ'יק" userId="e3e68bce-9552-4e5b-b0eb-5f570e2304fb" providerId="ADAL" clId="{6D8B415F-6B51-8F44-A571-6371E12563BF}" dt="2022-12-18T07:31:21.350" v="1209" actId="1076"/>
        <pc:sldMkLst>
          <pc:docMk/>
          <pc:sldMk cId="1576573105" sldId="354"/>
        </pc:sldMkLst>
      </pc:sldChg>
      <pc:sldChg chg="add">
        <pc:chgData name="דן וילנצ'יק" userId="e3e68bce-9552-4e5b-b0eb-5f570e2304fb" providerId="ADAL" clId="{6D8B415F-6B51-8F44-A571-6371E12563BF}" dt="2022-12-18T17:52:31.153" v="1464"/>
        <pc:sldMkLst>
          <pc:docMk/>
          <pc:sldMk cId="162181777" sldId="363"/>
        </pc:sldMkLst>
      </pc:sldChg>
      <pc:sldChg chg="addSp delSp modSp add mod modAnim">
        <pc:chgData name="דן וילנצ'יק" userId="e3e68bce-9552-4e5b-b0eb-5f570e2304fb" providerId="ADAL" clId="{6D8B415F-6B51-8F44-A571-6371E12563BF}" dt="2022-12-18T07:31:14.767" v="1207" actId="21"/>
        <pc:sldMkLst>
          <pc:docMk/>
          <pc:sldMk cId="728619103" sldId="364"/>
        </pc:sldMkLst>
      </pc:sldChg>
      <pc:sldChg chg="addSp delSp modSp add mod ord delAnim modAnim">
        <pc:chgData name="דן וילנצ'יק" userId="e3e68bce-9552-4e5b-b0eb-5f570e2304fb" providerId="ADAL" clId="{6D8B415F-6B51-8F44-A571-6371E12563BF}" dt="2022-12-18T08:09:50.158" v="1463" actId="1076"/>
        <pc:sldMkLst>
          <pc:docMk/>
          <pc:sldMk cId="4048514526" sldId="365"/>
        </pc:sldMkLst>
      </pc:sldChg>
      <pc:sldChg chg="delSp modSp add mod">
        <pc:chgData name="דן וילנצ'יק" userId="e3e68bce-9552-4e5b-b0eb-5f570e2304fb" providerId="ADAL" clId="{6D8B415F-6B51-8F44-A571-6371E12563BF}" dt="2022-12-18T17:53:09.516" v="1469" actId="1076"/>
        <pc:sldMkLst>
          <pc:docMk/>
          <pc:sldMk cId="2043509984" sldId="375"/>
        </pc:sldMkLst>
      </pc:sldChg>
      <pc:sldChg chg="add">
        <pc:chgData name="דן וילנצ'יק" userId="e3e68bce-9552-4e5b-b0eb-5f570e2304fb" providerId="ADAL" clId="{6D8B415F-6B51-8F44-A571-6371E12563BF}" dt="2022-12-18T17:52:31.153" v="1464"/>
        <pc:sldMkLst>
          <pc:docMk/>
          <pc:sldMk cId="3258581997" sldId="424"/>
        </pc:sldMkLst>
      </pc:sldChg>
    </pc:docChg>
  </pc:docChgLst>
  <pc:docChgLst>
    <pc:chgData name="דן וילנצ'יק" userId="S::vilenchi@bgu.ac.il::e3e68bce-9552-4e5b-b0eb-5f570e2304fb" providerId="AD" clId="Web-{37B0D76A-663A-9E1B-C8FD-A964E952B7B4}"/>
    <pc:docChg chg="modSld">
      <pc:chgData name="דן וילנצ'יק" userId="S::vilenchi@bgu.ac.il::e3e68bce-9552-4e5b-b0eb-5f570e2304fb" providerId="AD" clId="Web-{37B0D76A-663A-9E1B-C8FD-A964E952B7B4}" dt="2024-01-27T09:44:14.017" v="5" actId="20577"/>
      <pc:docMkLst>
        <pc:docMk/>
      </pc:docMkLst>
      <pc:sldChg chg="modSp">
        <pc:chgData name="דן וילנצ'יק" userId="S::vilenchi@bgu.ac.il::e3e68bce-9552-4e5b-b0eb-5f570e2304fb" providerId="AD" clId="Web-{37B0D76A-663A-9E1B-C8FD-A964E952B7B4}" dt="2024-01-27T09:44:14.017" v="5" actId="20577"/>
        <pc:sldMkLst>
          <pc:docMk/>
          <pc:sldMk cId="3250601062" sldId="433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1588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fld id="{56F54EB2-2B22-496F-BF13-67E9ED69153A}" type="datetimeFigureOut">
              <a:rPr lang="he-IL" smtClean="0"/>
              <a:t>כ"ג/ניסן/תשפ"ה</a:t>
            </a:fld>
            <a:endParaRPr lang="he-I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endParaRPr lang="he-I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1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388620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588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fld id="{C65DF42F-52D4-44CF-800E-1AF614E67867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5139531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7">
            <a:extLst>
              <a:ext uri="{FF2B5EF4-FFF2-40B4-BE49-F238E27FC236}">
                <a16:creationId xmlns:a16="http://schemas.microsoft.com/office/drawing/2014/main" id="{DC71D4A5-E5D1-CC80-4526-AF4BFD8ADF8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688" eaLnBrk="0" hangingPunct="0">
              <a:defRPr sz="2000">
                <a:solidFill>
                  <a:schemeClr val="tx1"/>
                </a:solidFill>
                <a:latin typeface="Arial Unicode MS" panose="020B0604020202020204" pitchFamily="34" charset="-128"/>
                <a:ea typeface="ＭＳ Ｐゴシック" panose="020B0600070205080204" pitchFamily="34" charset="-128"/>
              </a:defRPr>
            </a:lvl1pPr>
            <a:lvl2pPr marL="742950" indent="-285750" defTabSz="928688" eaLnBrk="0" hangingPunct="0">
              <a:defRPr sz="2000">
                <a:solidFill>
                  <a:schemeClr val="tx1"/>
                </a:solidFill>
                <a:latin typeface="Arial Unicode MS" panose="020B0604020202020204" pitchFamily="34" charset="-128"/>
                <a:ea typeface="ＭＳ Ｐゴシック" panose="020B0600070205080204" pitchFamily="34" charset="-128"/>
              </a:defRPr>
            </a:lvl2pPr>
            <a:lvl3pPr marL="1143000" indent="-228600" defTabSz="928688" eaLnBrk="0" hangingPunct="0">
              <a:defRPr sz="2000">
                <a:solidFill>
                  <a:schemeClr val="tx1"/>
                </a:solidFill>
                <a:latin typeface="Arial Unicode MS" panose="020B0604020202020204" pitchFamily="34" charset="-128"/>
                <a:ea typeface="ＭＳ Ｐゴシック" panose="020B0600070205080204" pitchFamily="34" charset="-128"/>
              </a:defRPr>
            </a:lvl3pPr>
            <a:lvl4pPr marL="1600200" indent="-228600" defTabSz="928688" eaLnBrk="0" hangingPunct="0">
              <a:defRPr sz="2000">
                <a:solidFill>
                  <a:schemeClr val="tx1"/>
                </a:solidFill>
                <a:latin typeface="Arial Unicode MS" panose="020B0604020202020204" pitchFamily="34" charset="-128"/>
                <a:ea typeface="ＭＳ Ｐゴシック" panose="020B0600070205080204" pitchFamily="34" charset="-128"/>
              </a:defRPr>
            </a:lvl4pPr>
            <a:lvl5pPr marL="2057400" indent="-228600" defTabSz="928688" eaLnBrk="0" hangingPunct="0">
              <a:defRPr sz="2000">
                <a:solidFill>
                  <a:schemeClr val="tx1"/>
                </a:solidFill>
                <a:latin typeface="Arial Unicode MS" panose="020B0604020202020204" pitchFamily="34" charset="-128"/>
                <a:ea typeface="ＭＳ Ｐゴシック" panose="020B0600070205080204" pitchFamily="34" charset="-128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 Unicode MS" panose="020B0604020202020204" pitchFamily="34" charset="-128"/>
                <a:ea typeface="ＭＳ Ｐゴシック" panose="020B0600070205080204" pitchFamily="34" charset="-128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 Unicode MS" panose="020B0604020202020204" pitchFamily="34" charset="-128"/>
                <a:ea typeface="ＭＳ Ｐゴシック" panose="020B0600070205080204" pitchFamily="34" charset="-128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 Unicode MS" panose="020B0604020202020204" pitchFamily="34" charset="-128"/>
                <a:ea typeface="ＭＳ Ｐゴシック" panose="020B0600070205080204" pitchFamily="34" charset="-128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 Unicode MS" panose="020B0604020202020204" pitchFamily="34" charset="-128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F657EAC8-8222-9F45-858B-F010A93BA645}" type="slidenum">
              <a:rPr lang="en-US" altLang="en-IL" sz="1200">
                <a:latin typeface="Arial" panose="020B0604020202020204" pitchFamily="34" charset="0"/>
              </a:rPr>
              <a:pPr eaLnBrk="1" hangingPunct="1"/>
              <a:t>4</a:t>
            </a:fld>
            <a:endParaRPr lang="en-US" altLang="en-IL" sz="1200">
              <a:latin typeface="Arial" panose="020B0604020202020204" pitchFamily="34" charset="0"/>
            </a:endParaRPr>
          </a:p>
        </p:txBody>
      </p:sp>
      <p:sp>
        <p:nvSpPr>
          <p:cNvPr id="34818" name="Rectangle 2">
            <a:extLst>
              <a:ext uri="{FF2B5EF4-FFF2-40B4-BE49-F238E27FC236}">
                <a16:creationId xmlns:a16="http://schemas.microsoft.com/office/drawing/2014/main" id="{D196D281-CC5B-3197-87B0-0AFED404444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19" name="Rectangle 3">
            <a:extLst>
              <a:ext uri="{FF2B5EF4-FFF2-40B4-BE49-F238E27FC236}">
                <a16:creationId xmlns:a16="http://schemas.microsoft.com/office/drawing/2014/main" id="{859DD842-2B13-704E-464A-BFEA982ADCC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IL"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Linear/non linear.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l" defTabSz="914400" rtl="0" eaLnBrk="1" latinLnBrk="0" hangingPunct="1"/>
            <a:endParaRPr lang="en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5DF42F-52D4-44CF-800E-1AF614E67867}" type="slidenum">
              <a:rPr lang="he-IL" smtClean="0"/>
              <a:t>7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3180451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l" defTabSz="914400" rtl="0" eaLnBrk="1" latinLnBrk="0" hangingPunct="1"/>
            <a:endParaRPr lang="en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5DF42F-52D4-44CF-800E-1AF614E67867}" type="slidenum">
              <a:rPr lang="he-IL" smtClean="0"/>
              <a:t>10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1911277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l" defTabSz="914400" rtl="0" eaLnBrk="1" latinLnBrk="0" hangingPunct="1"/>
            <a:endParaRPr lang="en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5DF42F-52D4-44CF-800E-1AF614E67867}" type="slidenum">
              <a:rPr lang="he-IL" smtClean="0"/>
              <a:t>11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4915911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l" defTabSz="914400" rtl="0" eaLnBrk="1" latinLnBrk="0" hangingPunct="1"/>
            <a:endParaRPr lang="en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5DF42F-52D4-44CF-800E-1AF614E67867}" type="slidenum">
              <a:rPr lang="he-IL" smtClean="0"/>
              <a:t>13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779741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l" defTabSz="914400" rtl="0" eaLnBrk="1" latinLnBrk="0" hangingPunct="1"/>
            <a:endParaRPr lang="en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5DF42F-52D4-44CF-800E-1AF614E67867}" type="slidenum">
              <a:rPr lang="he-IL" smtClean="0"/>
              <a:t>14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8672350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l" defTabSz="914400" rtl="0" eaLnBrk="1" latinLnBrk="0" hangingPunct="1"/>
            <a:endParaRPr lang="en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5DF42F-52D4-44CF-800E-1AF614E67867}" type="slidenum">
              <a:rPr lang="he-IL" smtClean="0"/>
              <a:t>30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1163730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he-I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4002B-C2E0-4E04-B7E1-FA644A697B93}" type="datetimeFigureOut">
              <a:rPr lang="he-IL" smtClean="0"/>
              <a:t>כ"ג/ניסן/תשפ"ה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700AC-9189-4032-A21B-3D202E2A32F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27037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4002B-C2E0-4E04-B7E1-FA644A697B93}" type="datetimeFigureOut">
              <a:rPr lang="he-IL" smtClean="0"/>
              <a:t>כ"ג/ניסן/תשפ"ה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700AC-9189-4032-A21B-3D202E2A32F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9728757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r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4002B-C2E0-4E04-B7E1-FA644A697B93}" type="datetimeFigureOut">
              <a:rPr lang="he-IL" smtClean="0"/>
              <a:t>כ"ג/ניסן/תשפ"ה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700AC-9189-4032-A21B-3D202E2A32F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7553111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4002B-C2E0-4E04-B7E1-FA644A697B93}" type="datetimeFigureOut">
              <a:rPr lang="he-IL" smtClean="0"/>
              <a:t>כ"ג/ניסן/תשפ"ה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700AC-9189-4032-A21B-3D202E2A32F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1196381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4002B-C2E0-4E04-B7E1-FA644A697B93}" type="datetimeFigureOut">
              <a:rPr lang="he-IL" smtClean="0"/>
              <a:t>כ"ג/ניסן/תשפ"ה</a:t>
            </a:fld>
            <a:endParaRPr lang="he-I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700AC-9189-4032-A21B-3D202E2A32F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521246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4002B-C2E0-4E04-B7E1-FA644A697B93}" type="datetimeFigureOut">
              <a:rPr lang="he-IL" smtClean="0"/>
              <a:t>כ"ג/ניסן/תשפ"ה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700AC-9189-4032-A21B-3D202E2A32F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3516762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4002B-C2E0-4E04-B7E1-FA644A697B93}" type="datetimeFigureOut">
              <a:rPr lang="he-IL" smtClean="0"/>
              <a:t>כ"ג/ניסן/תשפ"ה</a:t>
            </a:fld>
            <a:endParaRPr lang="he-I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700AC-9189-4032-A21B-3D202E2A32F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888992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4002B-C2E0-4E04-B7E1-FA644A697B93}" type="datetimeFigureOut">
              <a:rPr lang="he-IL" smtClean="0"/>
              <a:t>כ"ג/ניסן/תשפ"ה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700AC-9189-4032-A21B-3D202E2A32F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1079187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4002B-C2E0-4E04-B7E1-FA644A697B93}" type="datetimeFigureOut">
              <a:rPr lang="he-IL" smtClean="0"/>
              <a:t>כ"ג/ניסן/תשפ"ה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700AC-9189-4032-A21B-3D202E2A32F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2820190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4002B-C2E0-4E04-B7E1-FA644A697B93}" type="datetimeFigureOut">
              <a:rPr lang="he-IL" smtClean="0"/>
              <a:t>כ"ג/ניסן/תשפ"ה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700AC-9189-4032-A21B-3D202E2A32F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0178417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4002B-C2E0-4E04-B7E1-FA644A697B93}" type="datetimeFigureOut">
              <a:rPr lang="he-IL" smtClean="0"/>
              <a:t>כ"ג/ניסן/תשפ"ה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700AC-9189-4032-A21B-3D202E2A32F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5929234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D4002B-C2E0-4E04-B7E1-FA644A697B93}" type="datetimeFigureOut">
              <a:rPr lang="he-IL" smtClean="0"/>
              <a:t>כ"ג/ניסן/תשפ"ה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4700AC-9189-4032-A21B-3D202E2A32F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6205771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1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r" defTabSz="914400" rtl="1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defTabSz="914400" rtl="1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tif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gif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99592" y="548680"/>
            <a:ext cx="7772400" cy="3456384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0070C0"/>
                </a:solidFill>
              </a:rPr>
              <a:t>Choosing the Right Dataset: Hardness Criteria for Feature Selection Benchmarking</a:t>
            </a:r>
            <a:br>
              <a:rPr lang="he-IL">
                <a:solidFill>
                  <a:srgbClr val="0070C0"/>
                </a:solidFill>
              </a:rPr>
            </a:br>
            <a:br>
              <a:rPr lang="he-IL">
                <a:solidFill>
                  <a:srgbClr val="0070C0"/>
                </a:solidFill>
              </a:rPr>
            </a:br>
            <a:endParaRPr lang="he-IL" sz="240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59532" y="3402158"/>
            <a:ext cx="8424936" cy="3267202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0000"/>
                </a:solidFill>
              </a:rPr>
              <a:t>Dan Vilenchik</a:t>
            </a:r>
          </a:p>
          <a:p>
            <a:endParaRPr lang="en-US">
              <a:solidFill>
                <a:srgbClr val="0070C0"/>
              </a:solidFill>
            </a:endParaRPr>
          </a:p>
          <a:p>
            <a:r>
              <a:rPr lang="en-US">
                <a:solidFill>
                  <a:srgbClr val="002060"/>
                </a:solidFill>
              </a:rPr>
              <a:t>School of Electrical and Computer Engineering</a:t>
            </a:r>
          </a:p>
          <a:p>
            <a:r>
              <a:rPr lang="en-US">
                <a:solidFill>
                  <a:schemeClr val="accent6">
                    <a:lumMod val="75000"/>
                  </a:schemeClr>
                </a:solidFill>
              </a:rPr>
              <a:t>Ben-Gurion University, Israel</a:t>
            </a:r>
          </a:p>
          <a:p>
            <a:r>
              <a:rPr lang="en-US">
                <a:solidFill>
                  <a:schemeClr val="tx2"/>
                </a:solidFill>
              </a:rPr>
              <a:t>Join work with Itamar </a:t>
            </a:r>
            <a:r>
              <a:rPr lang="en-US" err="1">
                <a:solidFill>
                  <a:schemeClr val="tx2"/>
                </a:solidFill>
              </a:rPr>
              <a:t>Elmakias</a:t>
            </a:r>
            <a:r>
              <a:rPr lang="en-US">
                <a:solidFill>
                  <a:schemeClr val="tx2"/>
                </a:solidFill>
              </a:rPr>
              <a:t>, </a:t>
            </a:r>
            <a:r>
              <a:rPr lang="en-US" err="1">
                <a:solidFill>
                  <a:schemeClr val="tx2"/>
                </a:solidFill>
              </a:rPr>
              <a:t>Phd</a:t>
            </a:r>
            <a:r>
              <a:rPr lang="en-US">
                <a:solidFill>
                  <a:schemeClr val="tx2"/>
                </a:solidFill>
              </a:rPr>
              <a:t> student</a:t>
            </a:r>
          </a:p>
          <a:p>
            <a:endParaRPr lang="he-IL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14063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B580FF-7609-7BF0-F721-D4C926ADE7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L"/>
              <a:t>Today’s talk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616DAD-F3C2-028B-832D-03D5713BEA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IL"/>
              <a:t>Evaluation of Feature Selection </a:t>
            </a:r>
            <a:r>
              <a:rPr lang="en-US"/>
              <a:t>M</a:t>
            </a:r>
            <a:r>
              <a:rPr lang="en-IL"/>
              <a:t>ethods</a:t>
            </a:r>
          </a:p>
          <a:p>
            <a: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IL"/>
              <a:t>The Curse of Dimensionality – a gap between practice and theory</a:t>
            </a:r>
          </a:p>
        </p:txBody>
      </p:sp>
    </p:spTree>
    <p:extLst>
      <p:ext uri="{BB962C8B-B14F-4D97-AF65-F5344CB8AC3E}">
        <p14:creationId xmlns:p14="http://schemas.microsoft.com/office/powerpoint/2010/main" val="5647186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00E463-2D86-68D6-7B18-4835803140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L"/>
              <a:t>Feature selection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C2D79C-7B22-9D5B-E99A-05AF1B339A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83162"/>
          </a:xfrm>
        </p:spPr>
        <p:txBody>
          <a:bodyPr>
            <a:normAutofit/>
          </a:bodyPr>
          <a:lstStyle/>
          <a:p>
            <a:pPr marL="342900" indent="-342900" algn="l" defTabSz="914400" rtl="0" eaLnBrk="1" latinLnBrk="0" hangingPunct="1"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/>
              <a:t>A key challenge of statistical inference/ML/AI tasks is to </a:t>
            </a:r>
          </a:p>
          <a:p>
            <a:pPr lvl="1" indent="-342900" algn="l" rtl="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/>
              <a:t>Identify </a:t>
            </a:r>
            <a:r>
              <a:rPr lang="en-US" sz="2400">
                <a:solidFill>
                  <a:srgbClr val="006600"/>
                </a:solidFill>
              </a:rPr>
              <a:t>relevant features </a:t>
            </a:r>
            <a:r>
              <a:rPr lang="en-US" sz="2400"/>
              <a:t>(explainability)</a:t>
            </a:r>
          </a:p>
          <a:p>
            <a:pPr lvl="1" indent="-342900" algn="l" rtl="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/>
              <a:t>Discard </a:t>
            </a:r>
            <a:r>
              <a:rPr lang="en-US" sz="2400">
                <a:solidFill>
                  <a:srgbClr val="FF0000"/>
                </a:solidFill>
              </a:rPr>
              <a:t>irrelevant ones:</a:t>
            </a:r>
          </a:p>
          <a:p>
            <a:pPr lvl="2" indent="-342900" algn="l" rtl="0">
              <a:spcAft>
                <a:spcPts val="600"/>
              </a:spcAft>
            </a:pPr>
            <a:r>
              <a:rPr lang="en-US">
                <a:solidFill>
                  <a:srgbClr val="0070C0"/>
                </a:solidFill>
              </a:rPr>
              <a:t>Computational costs</a:t>
            </a:r>
            <a:endParaRPr lang="en-US">
              <a:solidFill>
                <a:srgbClr val="FF0000"/>
              </a:solidFill>
            </a:endParaRPr>
          </a:p>
          <a:p>
            <a:pPr lvl="2" indent="-342900" algn="l" rtl="0">
              <a:spcAft>
                <a:spcPts val="600"/>
              </a:spcAft>
            </a:pPr>
            <a:r>
              <a:rPr lang="en-US">
                <a:solidFill>
                  <a:srgbClr val="0070C0"/>
                </a:solidFill>
              </a:rPr>
              <a:t>May degrade performance</a:t>
            </a:r>
            <a:r>
              <a:rPr lang="he-IL">
                <a:solidFill>
                  <a:srgbClr val="0070C0"/>
                </a:solidFill>
              </a:rPr>
              <a:t> </a:t>
            </a:r>
            <a:r>
              <a:rPr lang="en-US">
                <a:solidFill>
                  <a:srgbClr val="0070C0"/>
                </a:solidFill>
              </a:rPr>
              <a:t>(e.g., spurious correlations)</a:t>
            </a:r>
          </a:p>
          <a:p>
            <a:pPr algn="l" rtl="0">
              <a:spcAft>
                <a:spcPts val="600"/>
              </a:spcAft>
            </a:pPr>
            <a:r>
              <a:rPr lang="en-US" sz="2400"/>
              <a:t>To meet the challenge </a:t>
            </a:r>
            <a:r>
              <a:rPr lang="en-US" sz="2400">
                <a:highlight>
                  <a:srgbClr val="FFFF00"/>
                </a:highlight>
              </a:rPr>
              <a:t>feature selection</a:t>
            </a:r>
            <a:r>
              <a:rPr lang="en-US" sz="2400"/>
              <a:t> (FS) is typically used</a:t>
            </a:r>
          </a:p>
          <a:p>
            <a:pPr algn="l" rtl="0">
              <a:spcAft>
                <a:spcPts val="600"/>
              </a:spcAft>
            </a:pPr>
            <a:r>
              <a:rPr lang="en-US" sz="2400"/>
              <a:t>There is no “best” FS method as the variety of such methods suggest</a:t>
            </a:r>
          </a:p>
        </p:txBody>
      </p:sp>
    </p:spTree>
    <p:extLst>
      <p:ext uri="{BB962C8B-B14F-4D97-AF65-F5344CB8AC3E}">
        <p14:creationId xmlns:p14="http://schemas.microsoft.com/office/powerpoint/2010/main" val="21350532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2">
            <a:extLst>
              <a:ext uri="{FF2B5EF4-FFF2-40B4-BE49-F238E27FC236}">
                <a16:creationId xmlns:a16="http://schemas.microsoft.com/office/drawing/2014/main" id="{B0D39655-68D7-1A34-005B-3DA99B5EFF6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IL"/>
              <a:t>Different FS methods</a:t>
            </a:r>
          </a:p>
        </p:txBody>
      </p:sp>
      <p:sp>
        <p:nvSpPr>
          <p:cNvPr id="33794" name="Rectangle 3">
            <a:extLst>
              <a:ext uri="{FF2B5EF4-FFF2-40B4-BE49-F238E27FC236}">
                <a16:creationId xmlns:a16="http://schemas.microsoft.com/office/drawing/2014/main" id="{15A0809E-C633-9E0A-91D1-12799DAE265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3400" y="1417638"/>
            <a:ext cx="8431088" cy="4754562"/>
          </a:xfrm>
        </p:spPr>
        <p:txBody>
          <a:bodyPr>
            <a:normAutofit/>
          </a:bodyPr>
          <a:lstStyle/>
          <a:p>
            <a:pPr algn="l" rtl="0">
              <a:lnSpc>
                <a:spcPct val="90000"/>
              </a:lnSpc>
              <a:spcBef>
                <a:spcPts val="1176"/>
              </a:spcBef>
              <a:spcAft>
                <a:spcPts val="600"/>
              </a:spcAft>
            </a:pPr>
            <a:r>
              <a:rPr lang="en-US" altLang="en-IL" sz="2400" b="1"/>
              <a:t>Univariate method</a:t>
            </a:r>
            <a:r>
              <a:rPr lang="en-US" altLang="en-IL" sz="2400"/>
              <a:t>: considers one feature at a time</a:t>
            </a:r>
          </a:p>
          <a:p>
            <a:pPr algn="l" rtl="0">
              <a:lnSpc>
                <a:spcPct val="90000"/>
              </a:lnSpc>
              <a:spcBef>
                <a:spcPts val="1176"/>
              </a:spcBef>
              <a:spcAft>
                <a:spcPts val="600"/>
              </a:spcAft>
            </a:pPr>
            <a:r>
              <a:rPr lang="en-US" altLang="en-IL" sz="2400" b="1"/>
              <a:t>Multivariate method:</a:t>
            </a:r>
            <a:r>
              <a:rPr lang="en-US" altLang="en-IL" sz="2400"/>
              <a:t> considers subsets of features</a:t>
            </a:r>
          </a:p>
          <a:p>
            <a:pPr algn="l" rtl="0">
              <a:lnSpc>
                <a:spcPct val="90000"/>
              </a:lnSpc>
              <a:spcBef>
                <a:spcPts val="1176"/>
              </a:spcBef>
              <a:spcAft>
                <a:spcPts val="600"/>
              </a:spcAft>
            </a:pPr>
            <a:r>
              <a:rPr lang="en-US" altLang="en-IL" sz="2400" b="1"/>
              <a:t>Filter method:</a:t>
            </a:r>
            <a:r>
              <a:rPr lang="en-US" altLang="en-IL" sz="2400"/>
              <a:t> ranks features independently of the classifier</a:t>
            </a:r>
          </a:p>
          <a:p>
            <a:pPr algn="l" rtl="0">
              <a:lnSpc>
                <a:spcPct val="90000"/>
              </a:lnSpc>
              <a:spcBef>
                <a:spcPts val="1176"/>
              </a:spcBef>
              <a:spcAft>
                <a:spcPts val="600"/>
              </a:spcAft>
            </a:pPr>
            <a:r>
              <a:rPr lang="en-US" altLang="en-IL" sz="2400" b="1"/>
              <a:t>Wrapper method:</a:t>
            </a:r>
            <a:r>
              <a:rPr lang="en-US" altLang="en-IL" sz="2400"/>
              <a:t> uses a classifier to assess features</a:t>
            </a:r>
          </a:p>
          <a:p>
            <a:pPr algn="l" rtl="0">
              <a:lnSpc>
                <a:spcPct val="90000"/>
              </a:lnSpc>
              <a:spcBef>
                <a:spcPts val="1176"/>
              </a:spcBef>
              <a:spcAft>
                <a:spcPts val="600"/>
              </a:spcAft>
            </a:pPr>
            <a:r>
              <a:rPr lang="en-US" altLang="en-IL" sz="2400"/>
              <a:t>FS can be supervised or not</a:t>
            </a:r>
          </a:p>
          <a:p>
            <a:pPr algn="l" rtl="0">
              <a:lnSpc>
                <a:spcPct val="90000"/>
              </a:lnSpc>
              <a:spcBef>
                <a:spcPts val="1176"/>
              </a:spcBef>
              <a:spcAft>
                <a:spcPts val="600"/>
              </a:spcAft>
            </a:pPr>
            <a:r>
              <a:rPr lang="en-US" altLang="en-IL" sz="2400"/>
              <a:t>There are tens of FS algorithms</a:t>
            </a:r>
          </a:p>
          <a:p>
            <a:pPr lvl="1" algn="l" rtl="0">
              <a:lnSpc>
                <a:spcPct val="90000"/>
              </a:lnSpc>
              <a:spcBef>
                <a:spcPts val="1176"/>
              </a:spcBef>
              <a:spcAft>
                <a:spcPts val="600"/>
              </a:spcAft>
            </a:pPr>
            <a:r>
              <a:rPr lang="en-US" altLang="en-IL" sz="2000"/>
              <a:t>They differ dramatically in run-time, algorithmic complexity, </a:t>
            </a:r>
            <a:r>
              <a:rPr lang="en-US" altLang="en-IL" sz="2000" err="1"/>
              <a:t>etc</a:t>
            </a:r>
            <a:endParaRPr lang="en-US" altLang="en-IL" sz="2000"/>
          </a:p>
          <a:p>
            <a:pPr lvl="1" algn="l" rtl="0">
              <a:lnSpc>
                <a:spcPct val="90000"/>
              </a:lnSpc>
              <a:spcBef>
                <a:spcPts val="1176"/>
              </a:spcBef>
              <a:spcAft>
                <a:spcPts val="600"/>
              </a:spcAft>
            </a:pPr>
            <a:r>
              <a:rPr lang="en-US" altLang="en-IL" sz="2000"/>
              <a:t>How do I know which one to choose?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4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55FBB-BBE3-CDC9-E8F3-F27B9C5B2A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L"/>
              <a:t>Evaluating a FS 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2AF250-5BC7-3E35-E516-CAB2482F2A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579296" cy="4525963"/>
          </a:xfrm>
        </p:spPr>
        <p:txBody>
          <a:bodyPr>
            <a:normAutofit/>
          </a:bodyPr>
          <a:lstStyle/>
          <a:p>
            <a: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IL" sz="2400"/>
              <a:t>Domain expert</a:t>
            </a:r>
          </a:p>
          <a:p>
            <a: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IL" sz="2400"/>
              <a:t>Supervsied learning: test accuracy with/without FS</a:t>
            </a:r>
          </a:p>
          <a:p>
            <a: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IL" sz="2400"/>
              <a:t>Unsupervised learning: reconstruction error / explained variance </a:t>
            </a:r>
          </a:p>
        </p:txBody>
      </p:sp>
      <p:pic>
        <p:nvPicPr>
          <p:cNvPr id="5" name="Picture 4" descr="Diagram&#10;&#10;Description automatically generated">
            <a:extLst>
              <a:ext uri="{FF2B5EF4-FFF2-40B4-BE49-F238E27FC236}">
                <a16:creationId xmlns:a16="http://schemas.microsoft.com/office/drawing/2014/main" id="{7EF059F7-7954-2BB8-45F9-B31FDE8060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9663" y="3234147"/>
            <a:ext cx="4404674" cy="3323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80910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9B7F2-EA2A-4B7B-F8DF-94BD34D565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defTabSz="914400" rtl="0" eaLnBrk="1" latinLnBrk="0" hangingPunct="1">
              <a:spcBef>
                <a:spcPct val="0"/>
              </a:spcBef>
              <a:buNone/>
            </a:pPr>
            <a:r>
              <a:rPr lang="en-IL"/>
              <a:t>And in practice 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598063-DD03-B7BC-BF22-FF1427C514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2400"/>
              <a:t>What does a typical FS paper look</a:t>
            </a:r>
            <a:r>
              <a:rPr lang="en-IL" sz="2400"/>
              <a:t> like?</a:t>
            </a:r>
          </a:p>
          <a:p>
            <a:pPr lvl="1" indent="-342900" algn="l" rtl="0">
              <a:buFont typeface="Arial" panose="020B0604020202020204" pitchFamily="34" charset="0"/>
              <a:buChar char="•"/>
            </a:pPr>
            <a:r>
              <a:rPr lang="en-IL" sz="2400"/>
              <a:t>New algorithm or survey</a:t>
            </a:r>
          </a:p>
          <a:p>
            <a:pPr lvl="1" indent="-342900" algn="l" rtl="0">
              <a:buFont typeface="Arial" panose="020B0604020202020204" pitchFamily="34" charset="0"/>
              <a:buChar char="•"/>
            </a:pPr>
            <a:r>
              <a:rPr lang="en-IL" sz="2400"/>
              <a:t>Choose a few datasets for benchmarking</a:t>
            </a:r>
          </a:p>
          <a:p>
            <a:pPr lvl="2" indent="-342900" algn="l" rtl="0"/>
            <a:r>
              <a:rPr lang="en-IL" sz="2000"/>
              <a:t>Someti</a:t>
            </a:r>
            <a:r>
              <a:rPr lang="en-US" sz="2000"/>
              <a:t>m</a:t>
            </a:r>
            <a:r>
              <a:rPr lang="en-IL" sz="2000"/>
              <a:t>es only synthetic data is used</a:t>
            </a:r>
          </a:p>
          <a:p>
            <a:pPr lvl="1" indent="-342900" algn="l" rtl="0">
              <a:buFont typeface="Arial" panose="020B0604020202020204" pitchFamily="34" charset="0"/>
              <a:buChar char="•"/>
            </a:pPr>
            <a:r>
              <a:rPr lang="en-IL" sz="2400"/>
              <a:t>Choose a few algorithms to compare against</a:t>
            </a:r>
          </a:p>
          <a:p>
            <a:pPr lvl="1" indent="-342900" algn="l" rtl="0">
              <a:buFont typeface="Arial" panose="020B0604020202020204" pitchFamily="34" charset="0"/>
              <a:buChar char="•"/>
            </a:pPr>
            <a:r>
              <a:rPr lang="en-IL" sz="2400"/>
              <a:t>Run the pipeline from previous slide</a:t>
            </a:r>
          </a:p>
          <a:p>
            <a:pPr lvl="1" indent="-342900" algn="l" rtl="0">
              <a:buFont typeface="Arial" panose="020B0604020202020204" pitchFamily="34" charset="0"/>
              <a:buChar char="•"/>
            </a:pPr>
            <a:r>
              <a:rPr lang="en-IL" sz="2400"/>
              <a:t>Report x% improvement in some metric (F1,Acc)</a:t>
            </a:r>
          </a:p>
          <a:p>
            <a:pPr lvl="1" indent="-342900" algn="l" rtl="0">
              <a:buFont typeface="Arial" panose="020B0604020202020204" pitchFamily="34" charset="0"/>
              <a:buChar char="•"/>
            </a:pPr>
            <a:endParaRPr lang="en-IL" sz="2400"/>
          </a:p>
        </p:txBody>
      </p:sp>
    </p:spTree>
    <p:extLst>
      <p:ext uri="{BB962C8B-B14F-4D97-AF65-F5344CB8AC3E}">
        <p14:creationId xmlns:p14="http://schemas.microsoft.com/office/powerpoint/2010/main" val="28490215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B5829-CF32-7601-C11B-E8542153EC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defTabSz="914400" rtl="0" eaLnBrk="1" latinLnBrk="0" hangingPunct="1">
              <a:spcBef>
                <a:spcPct val="0"/>
              </a:spcBef>
              <a:buNone/>
            </a:pPr>
            <a:r>
              <a:rPr lang="en-IL"/>
              <a:t>Very few datasets and algorithms</a:t>
            </a:r>
          </a:p>
        </p:txBody>
      </p:sp>
      <p:pic>
        <p:nvPicPr>
          <p:cNvPr id="6" name="Picture 5" descr="A table with numbers and text&#10;&#10;AI-generated content may be incorrect.">
            <a:extLst>
              <a:ext uri="{FF2B5EF4-FFF2-40B4-BE49-F238E27FC236}">
                <a16:creationId xmlns:a16="http://schemas.microsoft.com/office/drawing/2014/main" id="{3C266888-6B37-CCD7-2553-28247E2B3A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120" y="1614530"/>
            <a:ext cx="8695759" cy="3628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55476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A8471E-466C-5BF3-6D2A-873784175F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L"/>
              <a:t>It’s hard to draw conclusions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699EE4-2BED-1517-E2DD-15FA600044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 rtl="0"/>
            <a:r>
              <a:rPr lang="en-IL" sz="2400"/>
              <a:t>It’s </a:t>
            </a:r>
            <a:r>
              <a:rPr lang="en-US" sz="2400"/>
              <a:t>hard</a:t>
            </a:r>
            <a:r>
              <a:rPr lang="en-IL" sz="2400"/>
              <a:t> to determine the added value of a new FS algorithm compared to existing work with so few benchmarks</a:t>
            </a:r>
          </a:p>
          <a:p>
            <a:pPr algn="l" rtl="0"/>
            <a:r>
              <a:rPr lang="en-IL" sz="2400"/>
              <a:t>There is rarely a rationale for including a certain dataset or algorithm</a:t>
            </a:r>
          </a:p>
          <a:p>
            <a:pPr algn="l" rtl="0"/>
            <a:r>
              <a:rPr lang="en-IL" sz="2400"/>
              <a:t>If there is a rationale, it’s usually very loose (e.g. HD dataset)</a:t>
            </a:r>
          </a:p>
          <a:p>
            <a: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</a:pPr>
            <a:endParaRPr lang="en-IL" sz="2400"/>
          </a:p>
        </p:txBody>
      </p:sp>
    </p:spTree>
    <p:extLst>
      <p:ext uri="{BB962C8B-B14F-4D97-AF65-F5344CB8AC3E}">
        <p14:creationId xmlns:p14="http://schemas.microsoft.com/office/powerpoint/2010/main" val="34479249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01BC0C-57B2-C7AD-6206-6A4B992833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L"/>
              <a:t>Choosing the right datasets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47A2ADB-7FB9-E37B-836E-63998E4DE55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427308" cy="4525963"/>
              </a:xfrm>
            </p:spPr>
            <p:txBody>
              <a:bodyPr>
                <a:normAutofit/>
              </a:bodyPr>
              <a:lstStyle/>
              <a:p>
                <a:pPr marL="0" indent="0" algn="l" defTabSz="914400" rtl="0" eaLnBrk="1" latinLnBrk="0" hangingPunct="1">
                  <a:spcBef>
                    <a:spcPct val="20000"/>
                  </a:spcBef>
                  <a:buNone/>
                </a:pPr>
                <a:r>
                  <a:rPr lang="en-IL" sz="2400"/>
                  <a:t>A reaso</a:t>
                </a:r>
                <a:r>
                  <a:rPr lang="en-US" sz="2400"/>
                  <a:t>n</a:t>
                </a:r>
                <a:r>
                  <a:rPr lang="en-IL" sz="2400"/>
                  <a:t>able wishlist:</a:t>
                </a:r>
              </a:p>
              <a:p>
                <a:pPr lvl="1" algn="l" rtl="0"/>
                <a:r>
                  <a:rPr lang="en-IL" sz="2400"/>
                  <a:t>Have a canonical set of datasets to benchmark FS algorithms</a:t>
                </a:r>
              </a:p>
              <a:p>
                <a:pPr lvl="1" algn="l" rtl="0"/>
                <a:r>
                  <a:rPr lang="en-IL" sz="2400"/>
                  <a:t>These datasets would come with a complexity label</a:t>
                </a:r>
              </a:p>
              <a:p>
                <a:pPr lvl="2" indent="-342900" algn="l" rtl="0"/>
                <a:r>
                  <a:rPr lang="en-IL"/>
                  <a:t>’Hard,’ ‘Medium,’ ‘Easy’</a:t>
                </a:r>
              </a:p>
              <a:p>
                <a:pPr lvl="2" indent="-342900" algn="l" rtl="0"/>
                <a:r>
                  <a:rPr lang="en-IL"/>
                  <a:t>‘Hard’ – no matter what known FS algorithm was used, accuracy remains low</a:t>
                </a:r>
              </a:p>
              <a:p>
                <a:pPr lvl="1" indent="-342900" algn="l" rtl="0"/>
                <a:r>
                  <a:rPr lang="en-IL" sz="2400"/>
                  <a:t>The canonical set includes ‘Hard’ datasets</a:t>
                </a:r>
              </a:p>
              <a:p>
                <a:pPr lvl="1" indent="-342900" algn="l" rtl="0"/>
                <a:r>
                  <a:rPr lang="en-IL" sz="2400"/>
                  <a:t>The improvement in some metric is reported not only in %, but also </a:t>
                </a:r>
                <a:r>
                  <a:rPr lang="en-US" sz="2400"/>
                  <a:t>as </a:t>
                </a:r>
                <a:r>
                  <a:rPr lang="en-IL" sz="2400">
                    <a:solidFill>
                      <a:srgbClr val="0070C0"/>
                    </a:solidFill>
                  </a:rPr>
                  <a:t>”We were able to change the category of dataset </a:t>
                </a:r>
                <a14:m>
                  <m:oMath xmlns:m="http://schemas.openxmlformats.org/officeDocument/2006/math">
                    <m:r>
                      <a:rPr lang="en-IL" sz="240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IL" sz="2400">
                    <a:solidFill>
                      <a:srgbClr val="0070C0"/>
                    </a:solidFill>
                  </a:rPr>
                  <a:t> from ‘Hard’ to ‘Medium’ “</a:t>
                </a:r>
              </a:p>
              <a:p>
                <a:pPr marL="400050" lvl="1" indent="0" algn="l" rtl="0">
                  <a:buNone/>
                </a:pPr>
                <a:endParaRPr lang="en-IL" sz="2400"/>
              </a:p>
              <a:p>
                <a:pPr marL="400050" lvl="1" indent="0" algn="l" rtl="0">
                  <a:buNone/>
                </a:pPr>
                <a:endParaRPr lang="en-IL" sz="240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47A2ADB-7FB9-E37B-836E-63998E4DE55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427308" cy="4525963"/>
              </a:xfrm>
              <a:blipFill>
                <a:blip r:embed="rId2"/>
                <a:stretch>
                  <a:fillRect l="-1085" t="-1078" r="-10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1D2D3DB9-03D6-12DC-93E3-89459CAB39C0}"/>
              </a:ext>
            </a:extLst>
          </p:cNvPr>
          <p:cNvSpPr/>
          <p:nvPr/>
        </p:nvSpPr>
        <p:spPr>
          <a:xfrm>
            <a:off x="1729945" y="6126163"/>
            <a:ext cx="6067169" cy="45719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r>
              <a:rPr lang="en-IL" sz="2400"/>
              <a:t>Where to find ‘Hard’ datasets?</a:t>
            </a:r>
          </a:p>
        </p:txBody>
      </p:sp>
    </p:spTree>
    <p:extLst>
      <p:ext uri="{BB962C8B-B14F-4D97-AF65-F5344CB8AC3E}">
        <p14:creationId xmlns:p14="http://schemas.microsoft.com/office/powerpoint/2010/main" val="36524058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ABE966-6A8B-CCD8-7CE2-B6A382D0C0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Curse of Dimensionality</a:t>
            </a:r>
            <a:endParaRPr lang="en-IL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B1448D4-BBDE-00E3-EB3F-84091307DCF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229600" cy="5109519"/>
              </a:xfrm>
            </p:spPr>
            <p:txBody>
              <a:bodyPr>
                <a:normAutofit/>
              </a:bodyPr>
              <a:lstStyle/>
              <a:p>
                <a:pPr marL="342900" indent="-3429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</a:pPr>
                <a:r>
                  <a:rPr lang="en-US" sz="2400"/>
                  <a:t>Various phenomena that arise when analyzing data in high-dimensional spaces that do not occur in low-dimensional settings</a:t>
                </a:r>
              </a:p>
              <a:p>
                <a:pPr marL="342900" indent="-3429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</a:pPr>
                <a:r>
                  <a:rPr lang="en-US" sz="2400"/>
                  <a:t>What hinders FS in a HD setting?</a:t>
                </a:r>
              </a:p>
              <a:p>
                <a:pPr lvl="1" indent="-342900" algn="l" rtl="0">
                  <a:buFont typeface="Arial" panose="020B0604020202020204" pitchFamily="34" charset="0"/>
                  <a:buChar char="•"/>
                </a:pPr>
                <a:r>
                  <a:rPr lang="en-US" sz="2400"/>
                  <a:t>#features (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2400"/>
                  <a:t>) &gt;&gt; #samples (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400"/>
                  <a:t>) (”weak SNR”)</a:t>
                </a:r>
              </a:p>
              <a:p>
                <a:pPr lvl="1" indent="-342900" algn="l" rtl="0">
                  <a:buFont typeface="Arial" panose="020B0604020202020204" pitchFamily="34" charset="0"/>
                  <a:buChar char="•"/>
                </a:pPr>
                <a:r>
                  <a:rPr lang="en-US" sz="2400"/>
                  <a:t>FS methods return the wrong set of features</a:t>
                </a:r>
              </a:p>
              <a:p>
                <a:pPr lvl="2" indent="-342900" algn="l" rtl="0"/>
                <a:r>
                  <a:rPr lang="en-US" sz="2000"/>
                  <a:t>⚠️  No robustness, different executions return different sets</a:t>
                </a:r>
              </a:p>
              <a:p>
                <a:pPr lvl="1" indent="-342900" algn="l" rtl="0">
                  <a:buFont typeface="Arial" panose="020B0604020202020204" pitchFamily="34" charset="0"/>
                  <a:buChar char="•"/>
                </a:pPr>
                <a:r>
                  <a:rPr lang="en-US" sz="2400"/>
                  <a:t>One can cast FS as </a:t>
                </a:r>
                <a:r>
                  <a:rPr lang="en-US" sz="2400">
                    <a:solidFill>
                      <a:srgbClr val="1C1D1E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𝓁</a:t>
                </a:r>
                <a:r>
                  <a:rPr lang="en-US" sz="2400" baseline="-25000">
                    <a:solidFill>
                      <a:srgbClr val="1C1D1E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0</a:t>
                </a:r>
                <a:r>
                  <a:rPr lang="en-US" sz="2400"/>
                  <a:t>-optimization (say, sparse PCA, LASSO)</a:t>
                </a:r>
              </a:p>
              <a:p>
                <a:pPr lvl="2" indent="-342900" algn="l" rtl="0"/>
                <a:r>
                  <a:rPr lang="en-US" sz="2000">
                    <a:solidFill>
                      <a:srgbClr val="1C1D1E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𝓁</a:t>
                </a:r>
                <a:r>
                  <a:rPr lang="en-US" sz="2000" baseline="-25000">
                    <a:solidFill>
                      <a:srgbClr val="1C1D1E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0</a:t>
                </a:r>
                <a:r>
                  <a:rPr lang="en-US" sz="2000"/>
                  <a:t> is not friendly, replaced with </a:t>
                </a:r>
                <a:r>
                  <a:rPr lang="en-US" sz="2000">
                    <a:solidFill>
                      <a:srgbClr val="1C1D1E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𝓁</a:t>
                </a:r>
                <a:r>
                  <a:rPr lang="en-US" sz="2000" baseline="-25000">
                    <a:solidFill>
                      <a:srgbClr val="1C1D1E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1 </a:t>
                </a:r>
              </a:p>
              <a:p>
                <a:pPr lvl="2" indent="-342900" algn="l" rtl="0"/>
                <a:r>
                  <a:rPr lang="en-US" sz="2000"/>
                  <a:t>⚠️ Theory warns: Rounded </a:t>
                </a:r>
                <a:r>
                  <a:rPr lang="en-US" sz="2000">
                    <a:solidFill>
                      <a:srgbClr val="1C1D1E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𝓁</a:t>
                </a:r>
                <a:r>
                  <a:rPr lang="en-US" sz="2000" baseline="-25000">
                    <a:solidFill>
                      <a:srgbClr val="1C1D1E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1</a:t>
                </a:r>
                <a:r>
                  <a:rPr lang="en-US" sz="2000"/>
                  <a:t> solution breaks at HD setting</a:t>
                </a:r>
              </a:p>
              <a:p>
                <a:pPr lvl="1" indent="-342900" algn="l" rtl="0">
                  <a:buFont typeface="Arial" panose="020B0604020202020204" pitchFamily="34" charset="0"/>
                  <a:buChar char="•"/>
                </a:pPr>
                <a:r>
                  <a:rPr lang="en-US" sz="2400"/>
                  <a:t>When using all features we get bad results (overfitting)</a:t>
                </a:r>
              </a:p>
              <a:p>
                <a:pPr lvl="2" indent="-342900" algn="l" rtl="0"/>
                <a:r>
                  <a:rPr lang="en-US" sz="2000"/>
                  <a:t>⚠️ Spurious correlations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B1448D4-BBDE-00E3-EB3F-84091307DCF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229600" cy="5109519"/>
              </a:xfrm>
              <a:blipFill>
                <a:blip r:embed="rId3"/>
                <a:stretch>
                  <a:fillRect l="-963" t="-955" b="-40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098" name="Picture 2" descr="Three Witches English Shakespeare Macbeth Characters Beyond">
            <a:extLst>
              <a:ext uri="{FF2B5EF4-FFF2-40B4-BE49-F238E27FC236}">
                <a16:creationId xmlns:a16="http://schemas.microsoft.com/office/drawing/2014/main" id="{1EFF57E4-C376-0C83-ECDE-51AC431F77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19682" y="0"/>
            <a:ext cx="1849628" cy="9248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214361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6E56B-D166-EA13-2169-8B1F1C20CD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L"/>
              <a:t>HD datasets are candidates?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4B8B70B-D3F9-17EE-A426-D91DECDC355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199" y="1600200"/>
                <a:ext cx="8439665" cy="5158946"/>
              </a:xfrm>
            </p:spPr>
            <p:txBody>
              <a:bodyPr>
                <a:normAutofit lnSpcReduction="10000"/>
              </a:bodyPr>
              <a:lstStyle/>
              <a:p>
                <a:pPr marL="342900" indent="-3429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</a:pPr>
                <a:r>
                  <a:rPr lang="en-IL" sz="2400"/>
                  <a:t>The “Curse of Dimensionality” is widely studied</a:t>
                </a:r>
              </a:p>
              <a:p>
                <a:pPr marL="342900" indent="-3429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</a:pPr>
                <a:r>
                  <a:rPr lang="en-IL" sz="2400"/>
                  <a:t>Many theor</a:t>
                </a:r>
                <a:r>
                  <a:rPr lang="en-US" sz="2400"/>
                  <a:t>e</a:t>
                </a:r>
                <a:r>
                  <a:rPr lang="en-IL" sz="2400"/>
                  <a:t>tical results read as follows: </a:t>
                </a:r>
              </a:p>
              <a:p>
                <a:pPr marL="0" indent="0" algn="l" defTabSz="914400" rtl="0" eaLnBrk="1" latinLnBrk="0" hangingPunct="1">
                  <a:spcBef>
                    <a:spcPct val="20000"/>
                  </a:spcBef>
                  <a:buNone/>
                </a:pPr>
                <a:endParaRPr lang="en-IL" sz="2400"/>
              </a:p>
              <a:p>
                <a:pPr marL="0" indent="0" algn="l" defTabSz="914400" rtl="0" eaLnBrk="1" latinLnBrk="0" hangingPunct="1">
                  <a:spcBef>
                    <a:spcPct val="20000"/>
                  </a:spcBef>
                  <a:buNone/>
                </a:pPr>
                <a:r>
                  <a:rPr lang="en-IL" sz="2400">
                    <a:solidFill>
                      <a:srgbClr val="0070C0"/>
                    </a:solidFill>
                  </a:rPr>
                  <a:t>‘given some generative model M for a </a:t>
                </a:r>
                <a14:m>
                  <m:oMath xmlns:m="http://schemas.openxmlformats.org/officeDocument/2006/math">
                    <m:r>
                      <a:rPr lang="en-IL" sz="240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IL" sz="2400">
                    <a:solidFill>
                      <a:srgbClr val="0070C0"/>
                    </a:solidFill>
                  </a:rPr>
                  <a:t>-dimensional data D, and given </a:t>
                </a:r>
                <a14:m>
                  <m:oMath xmlns:m="http://schemas.openxmlformats.org/officeDocument/2006/math">
                    <m:r>
                      <a:rPr lang="en-IL" sz="240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L" sz="2400">
                    <a:solidFill>
                      <a:srgbClr val="0070C0"/>
                    </a:solidFill>
                  </a:rPr>
                  <a:t> samples from M, then:’</a:t>
                </a:r>
              </a:p>
              <a:p>
                <a:pPr marL="0" indent="0" algn="l" defTabSz="914400" rtl="0" eaLnBrk="1" latinLnBrk="0" hangingPunct="1">
                  <a:spcBef>
                    <a:spcPct val="20000"/>
                  </a:spcBef>
                  <a:buNone/>
                </a:pPr>
                <a:endParaRPr lang="en-IL" sz="2400"/>
              </a:p>
              <a:p>
                <a:pPr marL="0" indent="0" algn="l" defTabSz="914400" rtl="0" eaLnBrk="1" latinLnBrk="0" hangingPunct="1">
                  <a:spcBef>
                    <a:spcPct val="20000"/>
                  </a:spcBef>
                  <a:buNone/>
                </a:pPr>
                <a:r>
                  <a:rPr lang="en-IL" sz="2400">
                    <a:solidFill>
                      <a:srgbClr val="006600"/>
                    </a:solidFill>
                  </a:rPr>
                  <a:t>‘if </a:t>
                </a:r>
                <a:r>
                  <a:rPr lang="en-IL" sz="2400" i="1">
                    <a:solidFill>
                      <a:srgbClr val="00B050"/>
                    </a:solidFill>
                  </a:rPr>
                  <a:t>some-parameters+n,p</a:t>
                </a:r>
                <a:r>
                  <a:rPr lang="en-IL" sz="2400">
                    <a:solidFill>
                      <a:srgbClr val="006600"/>
                    </a:solidFill>
                  </a:rPr>
                  <a:t> are </a:t>
                </a:r>
                <a:r>
                  <a:rPr lang="en-IL" sz="2400" i="1">
                    <a:solidFill>
                      <a:srgbClr val="00B050"/>
                    </a:solidFill>
                  </a:rPr>
                  <a:t>some-condition</a:t>
                </a:r>
                <a:r>
                  <a:rPr lang="en-IL" sz="2400">
                    <a:solidFill>
                      <a:srgbClr val="00B050"/>
                    </a:solidFill>
                  </a:rPr>
                  <a:t> (HD)</a:t>
                </a:r>
                <a:r>
                  <a:rPr lang="en-IL" sz="2400">
                    <a:solidFill>
                      <a:srgbClr val="006600"/>
                    </a:solidFill>
                  </a:rPr>
                  <a:t>, then it’s ‘hard’ to </a:t>
                </a:r>
                <a:r>
                  <a:rPr lang="en-IL" sz="2400" i="1">
                    <a:solidFill>
                      <a:srgbClr val="00B050"/>
                    </a:solidFill>
                  </a:rPr>
                  <a:t>some-statement regarding FS, inference, detection.’</a:t>
                </a:r>
              </a:p>
              <a:p>
                <a:pPr marL="0" indent="0" algn="l" defTabSz="914400" rtl="0" eaLnBrk="1" latinLnBrk="0" hangingPunct="1">
                  <a:spcBef>
                    <a:spcPct val="20000"/>
                  </a:spcBef>
                  <a:buNone/>
                </a:pPr>
                <a:endParaRPr lang="en-IL" sz="2400" i="1">
                  <a:solidFill>
                    <a:srgbClr val="00B050"/>
                  </a:solidFill>
                </a:endParaRPr>
              </a:p>
              <a:p>
                <a:pPr marL="0" indent="0" algn="l" defTabSz="914400" rtl="0" eaLnBrk="1" latinLnBrk="0" hangingPunct="1">
                  <a:spcBef>
                    <a:spcPct val="20000"/>
                  </a:spcBef>
                  <a:buNone/>
                </a:pPr>
                <a:r>
                  <a:rPr lang="en-IL" sz="2400"/>
                  <a:t>‘hard’ either in an information theoertical sense, or in </a:t>
                </a:r>
                <a:r>
                  <a:rPr lang="en-IL" sz="2400" u="sng"/>
                  <a:t>time-compelixy</a:t>
                </a:r>
              </a:p>
              <a:p>
                <a:pPr marL="0" indent="0" algn="l" defTabSz="914400" rtl="0" eaLnBrk="1" latinLnBrk="0" hangingPunct="1">
                  <a:spcBef>
                    <a:spcPct val="20000"/>
                  </a:spcBef>
                  <a:buNone/>
                </a:pPr>
                <a:endParaRPr lang="en-IL" sz="2400" i="1">
                  <a:solidFill>
                    <a:srgbClr val="00B050"/>
                  </a:solidFill>
                </a:endParaRPr>
              </a:p>
              <a:p>
                <a:pPr>
                  <a:buNone/>
                </a:pPr>
                <a:br>
                  <a:rPr lang="en-US" sz="1000"/>
                </a:br>
                <a:endParaRPr lang="en-US" sz="1400" b="0" i="0">
                  <a:solidFill>
                    <a:srgbClr val="222222"/>
                  </a:solidFill>
                  <a:effectLst/>
                  <a:latin typeface="Arial" panose="020B0604020202020204" pitchFamily="34" charset="0"/>
                </a:endParaRPr>
              </a:p>
              <a:p>
                <a:pPr marL="0" indent="0" algn="l" defTabSz="914400" rtl="0" eaLnBrk="1" latinLnBrk="0" hangingPunct="1">
                  <a:spcBef>
                    <a:spcPct val="20000"/>
                  </a:spcBef>
                  <a:buNone/>
                </a:pPr>
                <a:endParaRPr lang="en-IL" sz="2400" i="1">
                  <a:solidFill>
                    <a:srgbClr val="00B050"/>
                  </a:solidFill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4B8B70B-D3F9-17EE-A426-D91DECDC355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199" y="1600200"/>
                <a:ext cx="8439665" cy="5158946"/>
              </a:xfrm>
              <a:blipFill>
                <a:blip r:embed="rId3"/>
                <a:stretch>
                  <a:fillRect l="-1084" t="-16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982641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25A71-862D-794C-8152-2A6F56FF5C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0497" y="120613"/>
            <a:ext cx="8229600" cy="1143000"/>
          </a:xfrm>
        </p:spPr>
        <p:txBody>
          <a:bodyPr>
            <a:normAutofit/>
          </a:bodyPr>
          <a:lstStyle/>
          <a:p>
            <a:pPr algn="ctr" defTabSz="914400" rtl="0" eaLnBrk="1" latinLnBrk="0" hangingPunct="1">
              <a:spcBef>
                <a:spcPct val="0"/>
              </a:spcBef>
              <a:buNone/>
            </a:pPr>
            <a:r>
              <a:rPr lang="en-US"/>
              <a:t>PCA: The curse of dimensionality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E5126CE-8FF1-F14E-8081-93E57679D2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540" r="1176"/>
          <a:stretch/>
        </p:blipFill>
        <p:spPr>
          <a:xfrm>
            <a:off x="553216" y="2376313"/>
            <a:ext cx="7717965" cy="3660542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600792" y="1417638"/>
                <a:ext cx="7848872" cy="57868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l" rtl="0">
                  <a:spcAft>
                    <a:spcPts val="600"/>
                  </a:spcAft>
                </a:pPr>
                <a:r>
                  <a:rPr lang="en-US" sz="2800">
                    <a:solidFill>
                      <a:srgbClr val="00B050"/>
                    </a:solidFill>
                  </a:rPr>
                  <a:t>Consistency:</a:t>
                </a:r>
                <a:r>
                  <a:rPr lang="en-US" sz="2800">
                    <a:solidFill>
                      <a:srgbClr val="FF0000"/>
                    </a:solidFill>
                  </a:rPr>
                  <a:t> </a:t>
                </a:r>
                <a:r>
                  <a:rPr lang="en-US" sz="2800"/>
                  <a:t>sample PCs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el-GR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l-GR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Σ</m:t>
                            </m:r>
                          </m:e>
                        </m:acc>
                      </m:e>
                    </m:d>
                  </m:oMath>
                </a14:m>
                <a:r>
                  <a:rPr lang="en-US" sz="2800"/>
                  <a:t>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/>
                        <a:ea typeface="Cambria Math"/>
                      </a:rPr>
                      <m:t>→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/>
                      </a:rPr>
                      <m:t> </m:t>
                    </m:r>
                    <m:r>
                      <a:rPr lang="en-US" sz="2800" i="1">
                        <a:latin typeface="Cambria Math"/>
                        <a:ea typeface="Cambria Math"/>
                      </a:rPr>
                      <m:t> </m:t>
                    </m:r>
                  </m:oMath>
                </a14:m>
                <a:r>
                  <a:rPr lang="en-US" sz="2800"/>
                  <a:t>population PCs </a:t>
                </a:r>
                <a14:m>
                  <m:oMath xmlns:m="http://schemas.openxmlformats.org/officeDocument/2006/math">
                    <m:r>
                      <a:rPr lang="en-US" sz="28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l-GR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Σ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800"/>
                  <a:t>?</a:t>
                </a:r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792" y="1417638"/>
                <a:ext cx="7848872" cy="578685"/>
              </a:xfrm>
              <a:prstGeom prst="rect">
                <a:avLst/>
              </a:prstGeom>
              <a:blipFill>
                <a:blip r:embed="rId3"/>
                <a:stretch>
                  <a:fillRect l="-1632" t="-5319" b="-265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ABEEFFD7-BFED-CB45-A9A0-235282E69D4F}"/>
              </a:ext>
            </a:extLst>
          </p:cNvPr>
          <p:cNvSpPr txBox="1"/>
          <p:nvPr/>
        </p:nvSpPr>
        <p:spPr>
          <a:xfrm>
            <a:off x="4932040" y="5906037"/>
            <a:ext cx="27363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Projection on </a:t>
            </a:r>
            <a:r>
              <a:rPr lang="en-US">
                <a:solidFill>
                  <a:srgbClr val="00B050"/>
                </a:solidFill>
              </a:rPr>
              <a:t>sample</a:t>
            </a:r>
            <a:r>
              <a:rPr lang="en-US"/>
              <a:t> PCs</a:t>
            </a:r>
            <a:endParaRPr lang="en-IL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3B8FE7F-3297-9645-AB45-74726F33E8CB}"/>
              </a:ext>
            </a:extLst>
          </p:cNvPr>
          <p:cNvSpPr txBox="1"/>
          <p:nvPr/>
        </p:nvSpPr>
        <p:spPr>
          <a:xfrm>
            <a:off x="1403648" y="5906037"/>
            <a:ext cx="30243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Projection on </a:t>
            </a:r>
            <a:r>
              <a:rPr lang="en-US">
                <a:solidFill>
                  <a:srgbClr val="0070C0"/>
                </a:solidFill>
              </a:rPr>
              <a:t>population</a:t>
            </a:r>
            <a:r>
              <a:rPr lang="en-US"/>
              <a:t> PCs</a:t>
            </a:r>
            <a:endParaRPr lang="en-IL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4381" y="1179124"/>
            <a:ext cx="457699" cy="43252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AB229A70-3A79-4316-C2DD-9DF4DECCB19C}"/>
              </a:ext>
            </a:extLst>
          </p:cNvPr>
          <p:cNvSpPr/>
          <p:nvPr/>
        </p:nvSpPr>
        <p:spPr>
          <a:xfrm>
            <a:off x="910122" y="2279422"/>
            <a:ext cx="576064" cy="36004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IL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5BF7A1C-DB34-BE46-C0EF-E25384686530}"/>
              </a:ext>
            </a:extLst>
          </p:cNvPr>
          <p:cNvSpPr/>
          <p:nvPr/>
        </p:nvSpPr>
        <p:spPr>
          <a:xfrm>
            <a:off x="4402748" y="2204864"/>
            <a:ext cx="385276" cy="36004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IL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7522F14-CD5C-3BEB-EB59-7D093D77FADB}"/>
              </a:ext>
            </a:extLst>
          </p:cNvPr>
          <p:cNvSpPr/>
          <p:nvPr/>
        </p:nvSpPr>
        <p:spPr>
          <a:xfrm rot="16200000">
            <a:off x="2499939" y="3988893"/>
            <a:ext cx="255688" cy="36004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IL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2C365A4-7A45-9516-6FD8-4E33518E9E0A}"/>
              </a:ext>
            </a:extLst>
          </p:cNvPr>
          <p:cNvSpPr/>
          <p:nvPr/>
        </p:nvSpPr>
        <p:spPr>
          <a:xfrm rot="16200000">
            <a:off x="6343137" y="4005064"/>
            <a:ext cx="255688" cy="36004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8959681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D690B8-F315-C698-4408-6822E63371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L"/>
              <a:t>Example papers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E46DFF-2E1B-A277-E6E2-7C8FFFC495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l" rtl="0">
              <a:lnSpc>
                <a:spcPts val="2099"/>
              </a:lnSpc>
              <a:spcAft>
                <a:spcPts val="900"/>
              </a:spcAft>
              <a:buNone/>
            </a:pPr>
            <a:r>
              <a:rPr lang="en-US" sz="2400" i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“Complexity theoretic lower bounds for sparse principal</a:t>
            </a:r>
            <a:r>
              <a:rPr lang="en-US" sz="24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i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component detection”  Berthet,  </a:t>
            </a:r>
            <a:r>
              <a:rPr lang="en-US" sz="2400" i="0" err="1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Rigollet</a:t>
            </a:r>
            <a:r>
              <a:rPr lang="en-US" sz="2400" i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 COLT 2013</a:t>
            </a:r>
          </a:p>
          <a:p>
            <a:pPr algn="l" rtl="0">
              <a:lnSpc>
                <a:spcPts val="2099"/>
              </a:lnSpc>
              <a:spcAft>
                <a:spcPts val="900"/>
              </a:spcAft>
              <a:buNone/>
            </a:pPr>
            <a:endParaRPr lang="en-US" sz="2400" i="0">
              <a:solidFill>
                <a:srgbClr val="00000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 rtl="0">
              <a:lnSpc>
                <a:spcPts val="2099"/>
              </a:lnSpc>
              <a:spcAft>
                <a:spcPts val="900"/>
              </a:spcAft>
              <a:buNone/>
            </a:pPr>
            <a:r>
              <a:rPr lang="en-US" sz="2400" i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“Do semidefinite relaxations solve sparse PCA up to the information limit?” </a:t>
            </a:r>
            <a:r>
              <a:rPr lang="en-US" sz="2400" err="1">
                <a:latin typeface="Calibri" panose="020F0502020204030204" pitchFamily="34" charset="0"/>
                <a:cs typeface="Calibri" panose="020F0502020204030204" pitchFamily="34" charset="0"/>
              </a:rPr>
              <a:t>Krauthgammer</a:t>
            </a:r>
            <a:r>
              <a:rPr lang="en-US" sz="2400">
                <a:latin typeface="Calibri" panose="020F0502020204030204" pitchFamily="34" charset="0"/>
                <a:cs typeface="Calibri" panose="020F0502020204030204" pitchFamily="34" charset="0"/>
              </a:rPr>
              <a:t>, Nadler, V., Annals of Statistics, 2015.</a:t>
            </a:r>
          </a:p>
          <a:p>
            <a:pPr algn="l" rtl="0">
              <a:lnSpc>
                <a:spcPts val="2099"/>
              </a:lnSpc>
              <a:spcAft>
                <a:spcPts val="900"/>
              </a:spcAft>
              <a:buNone/>
            </a:pPr>
            <a:endParaRPr lang="en-US" sz="240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 rtl="0">
              <a:lnSpc>
                <a:spcPts val="2099"/>
              </a:lnSpc>
              <a:spcAft>
                <a:spcPts val="900"/>
              </a:spcAft>
              <a:buNone/>
            </a:pPr>
            <a:r>
              <a:rPr lang="en-US" sz="2400" i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“A direct formulation for sparse PCA using semidefinite programming”, </a:t>
            </a:r>
            <a:r>
              <a:rPr lang="en-US" sz="2400" i="0" err="1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d’Aspermont</a:t>
            </a:r>
            <a:r>
              <a:rPr lang="en-US" sz="2400" i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et. al, NIPS 2004</a:t>
            </a:r>
          </a:p>
          <a:p>
            <a:pPr algn="l" rtl="0">
              <a:lnSpc>
                <a:spcPts val="2099"/>
              </a:lnSpc>
              <a:spcAft>
                <a:spcPts val="900"/>
              </a:spcAft>
              <a:buNone/>
            </a:pPr>
            <a:endParaRPr lang="en-US" sz="240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 rtl="0">
              <a:buNone/>
            </a:pPr>
            <a:r>
              <a:rPr lang="en-US" sz="2400" i="0">
                <a:solidFill>
                  <a:srgbClr val="1C1D1E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“For most large underdetermined systems of linear equations the minimal 𝓁</a:t>
            </a:r>
            <a:r>
              <a:rPr lang="en-US" sz="2400" i="0" baseline="-25000">
                <a:solidFill>
                  <a:srgbClr val="1C1D1E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lang="en-US" sz="2400" i="0">
                <a:solidFill>
                  <a:srgbClr val="1C1D1E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-norm solution is also the sparsest solution”, Donoho, Comm. Pure and Applied Math, 2006.</a:t>
            </a:r>
          </a:p>
          <a:p>
            <a:pPr algn="l" rtl="0">
              <a:lnSpc>
                <a:spcPts val="2099"/>
              </a:lnSpc>
              <a:spcAft>
                <a:spcPts val="900"/>
              </a:spcAft>
              <a:buNone/>
            </a:pPr>
            <a:endParaRPr lang="en-US" sz="2400" i="0">
              <a:solidFill>
                <a:srgbClr val="00000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l" defTabSz="914400" rtl="0" eaLnBrk="1" latinLnBrk="0" hangingPunct="1">
              <a:spcBef>
                <a:spcPct val="20000"/>
              </a:spcBef>
              <a:buNone/>
            </a:pPr>
            <a:endParaRPr lang="en-IL" sz="2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89560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63FA3-9EC2-B940-A159-91CCD5B9A2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 defTabSz="914400" rtl="0" eaLnBrk="1" latinLnBrk="0" hangingPunct="1">
              <a:spcBef>
                <a:spcPct val="0"/>
              </a:spcBef>
              <a:buNone/>
            </a:pPr>
            <a:r>
              <a:rPr lang="en-US"/>
              <a:t>A hardness theoretical result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9C6D1D7-1D1A-434B-8F21-A320EE6CFE8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429769"/>
                <a:ext cx="8229600" cy="5904656"/>
              </a:xfrm>
            </p:spPr>
            <p:txBody>
              <a:bodyPr>
                <a:normAutofit/>
              </a:bodyPr>
              <a:lstStyle/>
              <a:p>
                <a:pPr algn="l" rtl="0"/>
                <a:r>
                  <a:rPr lang="en-US" sz="2400">
                    <a:solidFill>
                      <a:srgbClr val="FF0000"/>
                    </a:solidFill>
                    <a:sym typeface="Wingdings" panose="05000000000000000000" pitchFamily="2" charset="2"/>
                  </a:rPr>
                  <a:t>Assumption:</a:t>
                </a:r>
                <a:r>
                  <a:rPr lang="en-US" sz="2400">
                    <a:sym typeface="Wingdings" panose="05000000000000000000" pitchFamily="2" charset="2"/>
                  </a:rPr>
                  <a:t> the leading population PC is </a:t>
                </a:r>
                <a:r>
                  <a:rPr lang="en-US" sz="2400">
                    <a:solidFill>
                      <a:srgbClr val="FF0000"/>
                    </a:solidFill>
                    <a:sym typeface="Wingdings" panose="05000000000000000000" pitchFamily="2" charset="2"/>
                  </a:rPr>
                  <a:t>sparse</a:t>
                </a:r>
              </a:p>
              <a:p>
                <a:pPr lvl="1" algn="l" rtl="0"/>
                <a:r>
                  <a:rPr lang="en-US" sz="2400">
                    <a:solidFill>
                      <a:schemeClr val="tx1"/>
                    </a:solidFill>
                    <a:sym typeface="Wingdings" panose="05000000000000000000" pitchFamily="2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𝑘</m:t>
                    </m:r>
                  </m:oMath>
                </a14:m>
                <a:r>
                  <a:rPr lang="en-US" sz="2400">
                    <a:solidFill>
                      <a:schemeClr val="tx1"/>
                    </a:solidFill>
                    <a:sym typeface="Wingdings" panose="05000000000000000000" pitchFamily="2" charset="2"/>
                  </a:rPr>
                  <a:t> important features and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𝑝</m:t>
                    </m:r>
                    <m:r>
                      <a:rPr lang="en-US" sz="2400" i="1" dirty="0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−</m:t>
                    </m:r>
                    <m:r>
                      <a:rPr lang="en-US" sz="2400" i="1" dirty="0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𝑘</m:t>
                    </m:r>
                  </m:oMath>
                </a14:m>
                <a:r>
                  <a:rPr lang="en-US" sz="2400">
                    <a:solidFill>
                      <a:schemeClr val="accent2">
                        <a:lumMod val="75000"/>
                      </a:schemeClr>
                    </a:solidFill>
                    <a:sym typeface="Wingdings" panose="05000000000000000000" pitchFamily="2" charset="2"/>
                  </a:rPr>
                  <a:t> </a:t>
                </a:r>
                <a:r>
                  <a:rPr lang="en-US" sz="2400">
                    <a:solidFill>
                      <a:schemeClr val="tx1"/>
                    </a:solidFill>
                    <a:sym typeface="Wingdings" panose="05000000000000000000" pitchFamily="2" charset="2"/>
                  </a:rPr>
                  <a:t>irrelevant ones</a:t>
                </a:r>
                <a:endParaRPr lang="en-US" sz="2400">
                  <a:solidFill>
                    <a:srgbClr val="00B050"/>
                  </a:solidFill>
                  <a:sym typeface="Wingdings" panose="05000000000000000000" pitchFamily="2" charset="2"/>
                </a:endParaRPr>
              </a:p>
              <a:p>
                <a:pPr algn="l" rtl="0"/>
                <a:endParaRPr lang="en-US" sz="2400">
                  <a:solidFill>
                    <a:srgbClr val="00B050"/>
                  </a:solidFill>
                  <a:sym typeface="Wingdings" panose="05000000000000000000" pitchFamily="2" charset="2"/>
                </a:endParaRPr>
              </a:p>
              <a:p>
                <a:pPr marL="0" indent="0" algn="l" rtl="0">
                  <a:buNone/>
                </a:pPr>
                <a:endParaRPr lang="en-US" sz="2400">
                  <a:sym typeface="Wingdings" panose="05000000000000000000" pitchFamily="2" charset="2"/>
                </a:endParaRPr>
              </a:p>
              <a:p>
                <a:pPr marL="0" indent="0" algn="l" rtl="0">
                  <a:buNone/>
                </a:pPr>
                <a:endParaRPr lang="en-US" sz="2400">
                  <a:sym typeface="Wingdings" panose="05000000000000000000" pitchFamily="2" charset="2"/>
                </a:endParaRPr>
              </a:p>
              <a:p>
                <a:pPr marL="0" indent="0" algn="l" rtl="0">
                  <a:buNone/>
                </a:pPr>
                <a:endParaRPr lang="en-US" sz="2400"/>
              </a:p>
              <a:p>
                <a:pPr algn="l" rtl="0"/>
                <a:r>
                  <a:rPr lang="en-US" sz="2400">
                    <a:sym typeface="Wingdings" panose="05000000000000000000" pitchFamily="2" charset="2"/>
                  </a:rPr>
                  <a:t>But, that’s a non-convex optimization program (NP-hardness)</a:t>
                </a:r>
              </a:p>
              <a:p>
                <a:pPr algn="l" rtl="0"/>
                <a:r>
                  <a:rPr lang="en-US" sz="2400">
                    <a:sym typeface="Wingdings" panose="05000000000000000000" pitchFamily="2" charset="2"/>
                  </a:rPr>
                  <a:t>Relax </a:t>
                </a:r>
                <a:r>
                  <a:rPr lang="en-US" sz="2400">
                    <a:solidFill>
                      <a:srgbClr val="1C1D1E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𝓁</a:t>
                </a:r>
                <a:r>
                  <a:rPr lang="en-US" sz="2400" baseline="-25000">
                    <a:solidFill>
                      <a:srgbClr val="1C1D1E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0</a:t>
                </a:r>
                <a:r>
                  <a:rPr lang="en-US" sz="2400">
                    <a:solidFill>
                      <a:srgbClr val="1C1D1E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to 𝓁</a:t>
                </a:r>
                <a:r>
                  <a:rPr lang="en-US" sz="2400" baseline="-25000">
                    <a:solidFill>
                      <a:srgbClr val="1C1D1E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1 </a:t>
                </a:r>
                <a:r>
                  <a:rPr lang="en-US" sz="2400">
                    <a:solidFill>
                      <a:srgbClr val="1C1D1E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or use SDP</a:t>
                </a:r>
              </a:p>
              <a:p>
                <a:pPr algn="l" rtl="0"/>
                <a:r>
                  <a:rPr lang="en-US" sz="2400">
                    <a:solidFill>
                      <a:srgbClr val="1C1D1E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Wingdings" panose="05000000000000000000" pitchFamily="2" charset="2"/>
                  </a:rPr>
                  <a:t>RQ: Under what conditions does the relaxation work?</a:t>
                </a:r>
                <a:endParaRPr lang="en-US" sz="2400">
                  <a:sym typeface="Wingdings" panose="05000000000000000000" pitchFamily="2" charset="2"/>
                </a:endParaRPr>
              </a:p>
              <a:p>
                <a:pPr algn="l" rtl="0"/>
                <a:r>
                  <a:rPr lang="en-US" sz="2400">
                    <a:sym typeface="Wingdings" panose="05000000000000000000" pitchFamily="2" charset="2"/>
                  </a:rPr>
                  <a:t>One popular generative model – spiked covariance model (Johnstone)</a:t>
                </a:r>
              </a:p>
              <a:p>
                <a:pPr algn="l" rtl="0"/>
                <a:endParaRPr lang="en-US" sz="2400">
                  <a:sym typeface="Wingdings" panose="05000000000000000000" pitchFamily="2" charset="2"/>
                </a:endParaRPr>
              </a:p>
              <a:p>
                <a:pPr marL="342900" indent="-3429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</a:pPr>
                <a:endParaRPr lang="en-US" sz="240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9C6D1D7-1D1A-434B-8F21-A320EE6CFE8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429769"/>
                <a:ext cx="8229600" cy="5904656"/>
              </a:xfrm>
              <a:blipFill>
                <a:blip r:embed="rId3"/>
                <a:stretch>
                  <a:fillRect l="-963" t="-8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6BEE6208-19D1-7A4B-B140-891456B0E318}"/>
                  </a:ext>
                </a:extLst>
              </p:cNvPr>
              <p:cNvSpPr/>
              <p:nvPr/>
            </p:nvSpPr>
            <p:spPr>
              <a:xfrm>
                <a:off x="2627784" y="2636912"/>
                <a:ext cx="3528392" cy="102226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IL" sz="24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𝑃𝐶</m:t>
                              </m:r>
                            </m:e>
                          </m:acc>
                        </m:e>
                        <m:sub>
                          <m:r>
                            <a:rPr lang="en-US" sz="2400" i="1">
                              <a:latin typeface="Cambria Math" charset="0"/>
                            </a:rPr>
                            <m:t>1</m:t>
                          </m:r>
                        </m:sub>
                      </m:sSub>
                      <m:r>
                        <a:rPr lang="en-US" sz="2400" i="1">
                          <a:latin typeface="Cambria Math" charset="0"/>
                        </a:rPr>
                        <m:t>=</m:t>
                      </m:r>
                      <m:func>
                        <m:func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charset="0"/>
                                </a:rPr>
                                <m:t>argmax</m:t>
                              </m:r>
                            </m:e>
                            <m:lim>
                              <m:eqArr>
                                <m:eqArr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sSub>
                                    <m:sSubPr>
                                      <m:ctrlPr>
                                        <a:rPr lang="en-US" sz="240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d>
                                        <m:dPr>
                                          <m:begChr m:val="‖"/>
                                          <m:endChr m:val="‖"/>
                                          <m:ctrlPr>
                                            <a:rPr lang="en-US" sz="2400" i="1" smtClean="0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400" b="0" i="1" smtClean="0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𝑣</m:t>
                                          </m:r>
                                        </m:e>
                                      </m:d>
                                    </m:e>
                                    <m:sub>
                                      <m:r>
                                        <a:rPr lang="en-US" sz="2400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r>
                                    <a:rPr lang="en-US" sz="24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en-US" sz="24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e>
                                  <m:sSub>
                                    <m:sSubPr>
                                      <m:ctrlPr>
                                        <a:rPr lang="en-US" sz="240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d>
                                        <m:dPr>
                                          <m:begChr m:val="‖"/>
                                          <m:endChr m:val="‖"/>
                                          <m:ctrlPr>
                                            <a:rPr lang="en-US" sz="2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𝑣</m:t>
                                          </m:r>
                                        </m:e>
                                      </m:d>
                                    </m:e>
                                    <m:sub>
                                      <m:r>
                                        <a:rPr lang="en-US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eqArr>
                            </m:lim>
                          </m:limLow>
                        </m:fName>
                        <m:e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charset="0"/>
                                </a:rPr>
                                <m:t>v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charset="0"/>
                                </a:rPr>
                                <m:t>𝑇</m:t>
                              </m:r>
                            </m:sup>
                          </m:sSup>
                          <m:acc>
                            <m:accPr>
                              <m:chr m:val="̂"/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l-GR" sz="2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Σ</m:t>
                              </m:r>
                            </m:e>
                          </m:acc>
                          <m: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240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v</m:t>
                          </m:r>
                        </m:e>
                      </m:func>
                    </m:oMath>
                  </m:oMathPara>
                </a14:m>
                <a:endParaRPr lang="en-US" sz="2400"/>
              </a:p>
            </p:txBody>
          </p:sp>
        </mc:Choice>
        <mc:Fallback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6BEE6208-19D1-7A4B-B140-891456B0E31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7784" y="2636912"/>
                <a:ext cx="3528392" cy="102226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765731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6E4DC6-CF66-1146-B4DF-BBD7A7C387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27384"/>
            <a:ext cx="8229600" cy="1143000"/>
          </a:xfrm>
        </p:spPr>
        <p:txBody>
          <a:bodyPr/>
          <a:lstStyle/>
          <a:p>
            <a:pPr algn="ctr" defTabSz="914400" rtl="0" eaLnBrk="1" latinLnBrk="0" hangingPunct="1">
              <a:spcBef>
                <a:spcPct val="0"/>
              </a:spcBef>
              <a:buNone/>
            </a:pPr>
            <a:r>
              <a:rPr lang="en-US"/>
              <a:t>Theoretical results – Spiked Model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BF2AA49-B8EE-2112-8A9B-3B42D652669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92757" y="3789040"/>
                <a:ext cx="8229600" cy="2736304"/>
              </a:xfrm>
              <a:custGeom>
                <a:avLst/>
                <a:gdLst>
                  <a:gd name="connsiteX0" fmla="*/ 0 w 8229600"/>
                  <a:gd name="connsiteY0" fmla="*/ 0 h 2736304"/>
                  <a:gd name="connsiteX1" fmla="*/ 8229600 w 8229600"/>
                  <a:gd name="connsiteY1" fmla="*/ 0 h 2736304"/>
                  <a:gd name="connsiteX2" fmla="*/ 8229600 w 8229600"/>
                  <a:gd name="connsiteY2" fmla="*/ 2736304 h 2736304"/>
                  <a:gd name="connsiteX3" fmla="*/ 0 w 8229600"/>
                  <a:gd name="connsiteY3" fmla="*/ 2736304 h 2736304"/>
                  <a:gd name="connsiteX4" fmla="*/ 0 w 8229600"/>
                  <a:gd name="connsiteY4" fmla="*/ 0 h 27363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229600" h="2736304" fill="none" extrusionOk="0">
                    <a:moveTo>
                      <a:pt x="0" y="0"/>
                    </a:moveTo>
                    <a:cubicBezTo>
                      <a:pt x="1949084" y="-33775"/>
                      <a:pt x="4192393" y="138873"/>
                      <a:pt x="8229600" y="0"/>
                    </a:cubicBezTo>
                    <a:cubicBezTo>
                      <a:pt x="8155829" y="1365774"/>
                      <a:pt x="8073717" y="1518469"/>
                      <a:pt x="8229600" y="2736304"/>
                    </a:cubicBezTo>
                    <a:cubicBezTo>
                      <a:pt x="4454918" y="2598974"/>
                      <a:pt x="2220496" y="2598448"/>
                      <a:pt x="0" y="2736304"/>
                    </a:cubicBezTo>
                    <a:cubicBezTo>
                      <a:pt x="152408" y="1380231"/>
                      <a:pt x="73868" y="827430"/>
                      <a:pt x="0" y="0"/>
                    </a:cubicBezTo>
                    <a:close/>
                  </a:path>
                  <a:path w="8229600" h="2736304" stroke="0" extrusionOk="0">
                    <a:moveTo>
                      <a:pt x="0" y="0"/>
                    </a:moveTo>
                    <a:cubicBezTo>
                      <a:pt x="3922479" y="-101487"/>
                      <a:pt x="7033208" y="-162162"/>
                      <a:pt x="8229600" y="0"/>
                    </a:cubicBezTo>
                    <a:cubicBezTo>
                      <a:pt x="8290313" y="1193195"/>
                      <a:pt x="8168528" y="2261802"/>
                      <a:pt x="8229600" y="2736304"/>
                    </a:cubicBezTo>
                    <a:cubicBezTo>
                      <a:pt x="4155896" y="2786369"/>
                      <a:pt x="1151193" y="2577855"/>
                      <a:pt x="0" y="2736304"/>
                    </a:cubicBezTo>
                    <a:cubicBezTo>
                      <a:pt x="-24452" y="2368789"/>
                      <a:pt x="-67663" y="594036"/>
                      <a:pt x="0" y="0"/>
                    </a:cubicBezTo>
                    <a:close/>
                  </a:path>
                </a:pathLst>
              </a:custGeom>
              <a:ln w="28575"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981765707">
                      <ask:type>
                        <ask:lineSketchCurved/>
                      </ask:type>
                    </ask:lineSketchStyleProps>
                  </a:ext>
                </a:extLst>
              </a:ln>
            </p:spPr>
            <p:txBody>
              <a:bodyPr>
                <a:normAutofit/>
              </a:bodyPr>
              <a:lstStyle/>
              <a:p>
                <a:pPr marL="0" indent="0" algn="l" rtl="0">
                  <a:buNone/>
                </a:pPr>
                <a:r>
                  <a:rPr lang="en-US" sz="2200" err="1"/>
                  <a:t>Thm</a:t>
                </a:r>
                <a:r>
                  <a:rPr lang="en-US" sz="2200"/>
                  <a:t> [</a:t>
                </a:r>
                <a:r>
                  <a:rPr lang="en-US" sz="2200" err="1"/>
                  <a:t>Krauthgammer</a:t>
                </a:r>
                <a:r>
                  <a:rPr lang="en-US" sz="2200"/>
                  <a:t>, Nadler, </a:t>
                </a:r>
                <a:r>
                  <a:rPr lang="en-US" sz="2200" b="1"/>
                  <a:t>V.</a:t>
                </a:r>
                <a:r>
                  <a:rPr lang="en-US" sz="2200"/>
                  <a:t> 2015, Annals of Statistics] </a:t>
                </a:r>
                <a:r>
                  <a:rPr lang="en-US" sz="2200">
                    <a:solidFill>
                      <a:srgbClr val="FF0000"/>
                    </a:solidFill>
                  </a:rPr>
                  <a:t>Assume:</a:t>
                </a:r>
                <a:r>
                  <a:rPr lang="en-US" sz="2200"/>
                  <a:t> </a:t>
                </a:r>
              </a:p>
              <a:p>
                <a:pPr marL="0" indent="0" algn="l" rtl="0">
                  <a:buNone/>
                </a:pPr>
                <a:r>
                  <a:rPr lang="en-US" sz="2200"/>
                  <a:t>    (1) </a:t>
                </a:r>
                <a:r>
                  <a:rPr lang="he-IL" sz="2200">
                    <a:highlight>
                      <a:srgbClr val="FFFF00"/>
                    </a:highlight>
                  </a:rPr>
                  <a:t>״</a:t>
                </a:r>
                <a:r>
                  <a:rPr lang="en-US" sz="2200">
                    <a:highlight>
                      <a:srgbClr val="FFFF00"/>
                    </a:highlight>
                  </a:rPr>
                  <a:t>Weak signal </a:t>
                </a:r>
                <a:r>
                  <a:rPr lang="he-IL" sz="2200">
                    <a:highlight>
                      <a:srgbClr val="FFFF00"/>
                    </a:highlight>
                  </a:rPr>
                  <a:t>״</a:t>
                </a:r>
                <a:endParaRPr lang="en-US" sz="2200">
                  <a:highlight>
                    <a:srgbClr val="FFFF00"/>
                  </a:highlight>
                </a:endParaRPr>
              </a:p>
              <a:p>
                <a:pPr marL="0" indent="0" algn="l" rtl="0">
                  <a:buNone/>
                </a:pPr>
                <a:r>
                  <a:rPr lang="en-US" sz="2200" b="0"/>
                  <a:t>    (2)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200" b="0" i="1" smtClean="0">
                            <a:latin typeface="Cambria Math" charset="0"/>
                          </a:rPr>
                          <m:t>𝑝</m:t>
                        </m:r>
                      </m:num>
                      <m:den>
                        <m:r>
                          <a:rPr lang="en-US" sz="2200" b="0" i="1" smtClean="0">
                            <a:latin typeface="Cambria Math" charset="0"/>
                          </a:rPr>
                          <m:t>𝑛</m:t>
                        </m:r>
                      </m:den>
                    </m:f>
                    <m:r>
                      <a:rPr lang="en-US" sz="2200" b="0" i="1" smtClean="0">
                        <a:latin typeface="Cambria Math" charset="0"/>
                      </a:rPr>
                      <m:t>→</m:t>
                    </m:r>
                    <m:r>
                      <a:rPr lang="en-US" sz="2200" b="0" i="1" smtClean="0">
                        <a:latin typeface="Cambria Math" charset="0"/>
                      </a:rPr>
                      <m:t>𝑐</m:t>
                    </m:r>
                  </m:oMath>
                </a14:m>
                <a:r>
                  <a:rPr lang="en-US" sz="2200"/>
                  <a:t> (high-dimensional data)</a:t>
                </a:r>
              </a:p>
              <a:p>
                <a:pPr marL="0" indent="0" algn="l" rtl="0">
                  <a:buNone/>
                </a:pPr>
                <a:r>
                  <a:rPr lang="en-US" sz="2200">
                    <a:solidFill>
                      <a:srgbClr val="FF0000"/>
                    </a:solidFill>
                  </a:rPr>
                  <a:t>Then the solution</a:t>
                </a:r>
                <a:r>
                  <a:rPr lang="he-IL" sz="220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sz="2200">
                    <a:solidFill>
                      <a:srgbClr val="FF0000"/>
                    </a:solidFill>
                  </a:rPr>
                  <a:t> of the SDP satisfies</a:t>
                </a:r>
              </a:p>
              <a:p>
                <a:pPr marL="0" indent="0" algn="l" rtl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2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hr-HR" sz="22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  <m:sSup>
                                <m:sSupPr>
                                  <m:ctrlPr>
                                    <a:rPr lang="en-US" sz="2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200" b="0" i="1" smtClean="0"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  <m:t>∙</m:t>
                                  </m:r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p>
                                  <m:r>
                                    <a:rPr lang="en-US" sz="2200" b="0" i="1" smtClean="0">
                                      <a:latin typeface="Cambria Math" charset="0"/>
                                    </a:rPr>
                                    <m:t>∗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sz="2200" b="0" i="1" smtClean="0">
                              <a:latin typeface="Cambria Math" charset="0"/>
                            </a:rPr>
                            <m:t>2</m:t>
                          </m:r>
                        </m:sup>
                      </m:sSup>
                      <m:r>
                        <a:rPr lang="en-US" sz="2200" b="0" i="1" smtClean="0">
                          <a:latin typeface="Cambria Math" charset="0"/>
                        </a:rPr>
                        <m:t>=</m:t>
                      </m:r>
                      <m:r>
                        <a:rPr lang="en-US" sz="2200" b="0" i="1" smtClean="0">
                          <a:latin typeface="Cambria Math" charset="0"/>
                        </a:rPr>
                        <m:t>𝑂</m:t>
                      </m:r>
                      <m:d>
                        <m:dPr>
                          <m:ctrlPr>
                            <a:rPr lang="is-IS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ad>
                            <m:radPr>
                              <m:degHide m:val="on"/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f>
                                <m:fPr>
                                  <m:type m:val="skw"/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200" i="1">
                                      <a:latin typeface="Cambria Math" charset="0"/>
                                    </a:rPr>
                                    <m:t>𝑛</m:t>
                                  </m:r>
                                </m:num>
                                <m:den>
                                  <m:r>
                                    <a:rPr lang="en-US" sz="2200" i="1">
                                      <a:latin typeface="Cambria Math" charset="0"/>
                                    </a:rPr>
                                    <m:t>𝑝</m:t>
                                  </m:r>
                                </m:den>
                              </m:f>
                            </m:e>
                          </m:rad>
                        </m:e>
                      </m:d>
                    </m:oMath>
                  </m:oMathPara>
                </a14:m>
                <a:endParaRPr lang="en-US" sz="220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BF2AA49-B8EE-2112-8A9B-3B42D652669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92757" y="3789040"/>
                <a:ext cx="8229600" cy="2736304"/>
              </a:xfrm>
              <a:custGeom>
                <a:avLst/>
                <a:gdLst>
                  <a:gd name="connsiteX0" fmla="*/ 0 w 8229600"/>
                  <a:gd name="connsiteY0" fmla="*/ 0 h 2736304"/>
                  <a:gd name="connsiteX1" fmla="*/ 8229600 w 8229600"/>
                  <a:gd name="connsiteY1" fmla="*/ 0 h 2736304"/>
                  <a:gd name="connsiteX2" fmla="*/ 8229600 w 8229600"/>
                  <a:gd name="connsiteY2" fmla="*/ 2736304 h 2736304"/>
                  <a:gd name="connsiteX3" fmla="*/ 0 w 8229600"/>
                  <a:gd name="connsiteY3" fmla="*/ 2736304 h 2736304"/>
                  <a:gd name="connsiteX4" fmla="*/ 0 w 8229600"/>
                  <a:gd name="connsiteY4" fmla="*/ 0 h 27363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229600" h="2736304" fill="none" extrusionOk="0">
                    <a:moveTo>
                      <a:pt x="0" y="0"/>
                    </a:moveTo>
                    <a:cubicBezTo>
                      <a:pt x="1949084" y="-33775"/>
                      <a:pt x="4192393" y="138873"/>
                      <a:pt x="8229600" y="0"/>
                    </a:cubicBezTo>
                    <a:cubicBezTo>
                      <a:pt x="8155829" y="1365774"/>
                      <a:pt x="8073717" y="1518469"/>
                      <a:pt x="8229600" y="2736304"/>
                    </a:cubicBezTo>
                    <a:cubicBezTo>
                      <a:pt x="4454918" y="2598974"/>
                      <a:pt x="2220496" y="2598448"/>
                      <a:pt x="0" y="2736304"/>
                    </a:cubicBezTo>
                    <a:cubicBezTo>
                      <a:pt x="152408" y="1380231"/>
                      <a:pt x="73868" y="827430"/>
                      <a:pt x="0" y="0"/>
                    </a:cubicBezTo>
                    <a:close/>
                  </a:path>
                  <a:path w="8229600" h="2736304" stroke="0" extrusionOk="0">
                    <a:moveTo>
                      <a:pt x="0" y="0"/>
                    </a:moveTo>
                    <a:cubicBezTo>
                      <a:pt x="3922479" y="-101487"/>
                      <a:pt x="7033208" y="-162162"/>
                      <a:pt x="8229600" y="0"/>
                    </a:cubicBezTo>
                    <a:cubicBezTo>
                      <a:pt x="8290313" y="1193195"/>
                      <a:pt x="8168528" y="2261802"/>
                      <a:pt x="8229600" y="2736304"/>
                    </a:cubicBezTo>
                    <a:cubicBezTo>
                      <a:pt x="4155896" y="2786369"/>
                      <a:pt x="1151193" y="2577855"/>
                      <a:pt x="0" y="2736304"/>
                    </a:cubicBezTo>
                    <a:cubicBezTo>
                      <a:pt x="-24452" y="2368789"/>
                      <a:pt x="-67663" y="594036"/>
                      <a:pt x="0" y="0"/>
                    </a:cubicBezTo>
                    <a:close/>
                  </a:path>
                </a:pathLst>
              </a:custGeom>
              <a:blipFill>
                <a:blip r:embed="rId2"/>
                <a:stretch>
                  <a:fillRect l="-812" t="-881"/>
                </a:stretch>
              </a:blipFill>
              <a:ln w="28575"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981765707">
                      <ask:type>
                        <ask:lineSketchCurved/>
                      </ask:type>
                    </ask:lineSketchStyleProps>
                  </a:ext>
                </a:extLst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57DEFF61-9393-2AC0-3521-CDEB412D64A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92757" y="1124744"/>
                <a:ext cx="8229600" cy="2304256"/>
              </a:xfrm>
              <a:custGeom>
                <a:avLst/>
                <a:gdLst>
                  <a:gd name="connsiteX0" fmla="*/ 0 w 8229600"/>
                  <a:gd name="connsiteY0" fmla="*/ 0 h 2304256"/>
                  <a:gd name="connsiteX1" fmla="*/ 8229600 w 8229600"/>
                  <a:gd name="connsiteY1" fmla="*/ 0 h 2304256"/>
                  <a:gd name="connsiteX2" fmla="*/ 8229600 w 8229600"/>
                  <a:gd name="connsiteY2" fmla="*/ 2304256 h 2304256"/>
                  <a:gd name="connsiteX3" fmla="*/ 0 w 8229600"/>
                  <a:gd name="connsiteY3" fmla="*/ 2304256 h 2304256"/>
                  <a:gd name="connsiteX4" fmla="*/ 0 w 8229600"/>
                  <a:gd name="connsiteY4" fmla="*/ 0 h 23042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229600" h="2304256" fill="none" extrusionOk="0">
                    <a:moveTo>
                      <a:pt x="0" y="0"/>
                    </a:moveTo>
                    <a:cubicBezTo>
                      <a:pt x="1107948" y="-49533"/>
                      <a:pt x="6654683" y="-14809"/>
                      <a:pt x="8229600" y="0"/>
                    </a:cubicBezTo>
                    <a:cubicBezTo>
                      <a:pt x="8317239" y="714761"/>
                      <a:pt x="8156921" y="1677569"/>
                      <a:pt x="8229600" y="2304256"/>
                    </a:cubicBezTo>
                    <a:cubicBezTo>
                      <a:pt x="7306172" y="2256025"/>
                      <a:pt x="3278492" y="2388711"/>
                      <a:pt x="0" y="2304256"/>
                    </a:cubicBezTo>
                    <a:cubicBezTo>
                      <a:pt x="-38581" y="1836754"/>
                      <a:pt x="63341" y="595373"/>
                      <a:pt x="0" y="0"/>
                    </a:cubicBezTo>
                    <a:close/>
                  </a:path>
                  <a:path w="8229600" h="2304256" stroke="0" extrusionOk="0">
                    <a:moveTo>
                      <a:pt x="0" y="0"/>
                    </a:moveTo>
                    <a:cubicBezTo>
                      <a:pt x="1059162" y="118645"/>
                      <a:pt x="4947378" y="116012"/>
                      <a:pt x="8229600" y="0"/>
                    </a:cubicBezTo>
                    <a:cubicBezTo>
                      <a:pt x="8096718" y="615996"/>
                      <a:pt x="8314551" y="1861466"/>
                      <a:pt x="8229600" y="2304256"/>
                    </a:cubicBezTo>
                    <a:cubicBezTo>
                      <a:pt x="4135813" y="2438856"/>
                      <a:pt x="3042450" y="2147060"/>
                      <a:pt x="0" y="2304256"/>
                    </a:cubicBezTo>
                    <a:cubicBezTo>
                      <a:pt x="-20187" y="1483023"/>
                      <a:pt x="-152480" y="681177"/>
                      <a:pt x="0" y="0"/>
                    </a:cubicBezTo>
                    <a:close/>
                  </a:path>
                </a:pathLst>
              </a:custGeom>
              <a:ln w="28575"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Curved/>
                      </ask:type>
                    </ask:lineSketchStyleProps>
                  </a:ext>
                </a:extLst>
              </a:ln>
            </p:spPr>
            <p:txBody>
              <a:bodyPr vert="horz" lIns="91440" tIns="45720" rIns="91440" bIns="45720" rtlCol="1">
                <a:normAutofit lnSpcReduction="10000"/>
              </a:bodyPr>
              <a:lstStyle>
                <a:lvl1pPr marL="342900" indent="-342900" algn="r" defTabSz="914400" rtl="1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r" defTabSz="914400" rtl="1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r" defTabSz="914400" rtl="1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r" defTabSz="914400" rtl="1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r" defTabSz="914400" rtl="1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r" defTabSz="914400" rtl="1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r" defTabSz="914400" rtl="1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r" defTabSz="914400" rtl="1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r" defTabSz="914400" rtl="1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 rtl="0">
                  <a:buFont typeface="Arial" panose="020B0604020202020204" pitchFamily="34" charset="0"/>
                  <a:buNone/>
                </a:pPr>
                <a:r>
                  <a:rPr lang="en-US" sz="2200" err="1"/>
                  <a:t>Thm</a:t>
                </a:r>
                <a:r>
                  <a:rPr lang="en-US" sz="2200"/>
                  <a:t> [Amin, Wainwright, 2009, Annals of Statistics] </a:t>
                </a:r>
                <a:r>
                  <a:rPr lang="en-US" sz="2200">
                    <a:solidFill>
                      <a:srgbClr val="FF0000"/>
                    </a:solidFill>
                  </a:rPr>
                  <a:t>Assume:</a:t>
                </a:r>
                <a:r>
                  <a:rPr lang="en-US" sz="2200"/>
                  <a:t> </a:t>
                </a:r>
              </a:p>
              <a:p>
                <a:pPr marL="0" indent="0" algn="l" rtl="0">
                  <a:buFont typeface="Arial" panose="020B0604020202020204" pitchFamily="34" charset="0"/>
                  <a:buNone/>
                </a:pPr>
                <a:r>
                  <a:rPr lang="en-US" sz="2200"/>
                  <a:t>    (1) </a:t>
                </a:r>
                <a:r>
                  <a:rPr lang="he-IL" sz="2200">
                    <a:highlight>
                      <a:srgbClr val="FFFF00"/>
                    </a:highlight>
                  </a:rPr>
                  <a:t>״</a:t>
                </a:r>
                <a:r>
                  <a:rPr lang="en-US" sz="2200">
                    <a:highlight>
                      <a:srgbClr val="FFFF00"/>
                    </a:highlight>
                  </a:rPr>
                  <a:t>Strong signal</a:t>
                </a:r>
                <a:r>
                  <a:rPr lang="he-IL" sz="2200">
                    <a:highlight>
                      <a:srgbClr val="FFFF00"/>
                    </a:highlight>
                  </a:rPr>
                  <a:t>״</a:t>
                </a:r>
                <a:r>
                  <a:rPr lang="en-US" sz="2200">
                    <a:highlight>
                      <a:srgbClr val="FFFF00"/>
                    </a:highlight>
                  </a:rPr>
                  <a:t> </a:t>
                </a:r>
              </a:p>
              <a:p>
                <a:pPr marL="0" indent="0" algn="l" rtl="0">
                  <a:buFont typeface="Arial" panose="020B0604020202020204" pitchFamily="34" charset="0"/>
                  <a:buNone/>
                </a:pPr>
                <a:r>
                  <a:rPr lang="en-US" sz="2200"/>
                  <a:t>    (2)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2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200" i="1" smtClean="0">
                            <a:latin typeface="Cambria Math" charset="0"/>
                          </a:rPr>
                          <m:t>𝑝</m:t>
                        </m:r>
                      </m:num>
                      <m:den>
                        <m:r>
                          <a:rPr lang="en-US" sz="2200" i="1" smtClean="0">
                            <a:latin typeface="Cambria Math" charset="0"/>
                          </a:rPr>
                          <m:t>𝑛</m:t>
                        </m:r>
                      </m:den>
                    </m:f>
                    <m:r>
                      <a:rPr lang="en-US" sz="2200" i="1" smtClean="0">
                        <a:latin typeface="Cambria Math" charset="0"/>
                      </a:rPr>
                      <m:t>→</m:t>
                    </m:r>
                    <m:r>
                      <a:rPr lang="en-US" sz="2200" i="1" smtClean="0">
                        <a:latin typeface="Cambria Math" charset="0"/>
                      </a:rPr>
                      <m:t>𝑐</m:t>
                    </m:r>
                  </m:oMath>
                </a14:m>
                <a:r>
                  <a:rPr lang="en-US" sz="2200"/>
                  <a:t> (high-dimensional data)</a:t>
                </a:r>
              </a:p>
              <a:p>
                <a:pPr marL="0" indent="0" algn="l" rtl="0">
                  <a:lnSpc>
                    <a:spcPct val="150000"/>
                  </a:lnSpc>
                  <a:buNone/>
                </a:pPr>
                <a:r>
                  <a:rPr lang="en-US" sz="2200">
                    <a:solidFill>
                      <a:srgbClr val="FF0000"/>
                    </a:solidFill>
                  </a:rPr>
                  <a:t>Then the solution</a:t>
                </a:r>
                <a:r>
                  <a:rPr lang="he-IL" sz="220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sz="2200">
                    <a:solidFill>
                      <a:srgbClr val="FF0000"/>
                    </a:solidFill>
                  </a:rPr>
                  <a:t> of the SDP heuristic satisfies</a:t>
                </a:r>
              </a:p>
              <a:p>
                <a:pPr marL="0" indent="0" algn="l" rtl="0">
                  <a:lnSpc>
                    <a:spcPct val="150000"/>
                  </a:lnSpc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2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hr-HR" sz="22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20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  <m:sSup>
                                <m:sSupPr>
                                  <m:ctrlPr>
                                    <a:rPr lang="en-US" sz="2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200" i="1" smtClean="0"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  <m:t>∙</m:t>
                                  </m:r>
                                  <m:r>
                                    <a:rPr lang="en-US" sz="2200" i="1" smtClean="0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p>
                                  <m:r>
                                    <a:rPr lang="en-US" sz="2200" i="1" smtClean="0">
                                      <a:latin typeface="Cambria Math" charset="0"/>
                                    </a:rPr>
                                    <m:t>∗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sz="2200" i="1" smtClean="0">
                              <a:latin typeface="Cambria Math" charset="0"/>
                            </a:rPr>
                            <m:t>2</m:t>
                          </m:r>
                        </m:sup>
                      </m:sSup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→1</m:t>
                      </m:r>
                    </m:oMath>
                  </m:oMathPara>
                </a14:m>
                <a:endParaRPr lang="en-US" sz="2200"/>
              </a:p>
            </p:txBody>
          </p:sp>
        </mc:Choice>
        <mc:Fallback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57DEFF61-9393-2AC0-3521-CDEB412D64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2757" y="1124744"/>
                <a:ext cx="8229600" cy="2304256"/>
              </a:xfrm>
              <a:prstGeom prst="rect">
                <a:avLst/>
              </a:prstGeom>
              <a:blipFill>
                <a:blip r:embed="rId3"/>
                <a:stretch>
                  <a:fillRect l="-661" t="-1527"/>
                </a:stretch>
              </a:blipFill>
              <a:ln w="28575"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custGeom>
                        <a:avLst/>
                        <a:gdLst>
                          <a:gd name="connsiteX0" fmla="*/ 0 w 8229600"/>
                          <a:gd name="connsiteY0" fmla="*/ 0 h 2304256"/>
                          <a:gd name="connsiteX1" fmla="*/ 8229600 w 8229600"/>
                          <a:gd name="connsiteY1" fmla="*/ 0 h 2304256"/>
                          <a:gd name="connsiteX2" fmla="*/ 8229600 w 8229600"/>
                          <a:gd name="connsiteY2" fmla="*/ 2304256 h 2304256"/>
                          <a:gd name="connsiteX3" fmla="*/ 0 w 8229600"/>
                          <a:gd name="connsiteY3" fmla="*/ 2304256 h 2304256"/>
                          <a:gd name="connsiteX4" fmla="*/ 0 w 8229600"/>
                          <a:gd name="connsiteY4" fmla="*/ 0 h 2304256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8229600" h="2304256" fill="none" extrusionOk="0">
                            <a:moveTo>
                              <a:pt x="0" y="0"/>
                            </a:moveTo>
                            <a:cubicBezTo>
                              <a:pt x="1107948" y="-49533"/>
                              <a:pt x="6654683" y="-14809"/>
                              <a:pt x="8229600" y="0"/>
                            </a:cubicBezTo>
                            <a:cubicBezTo>
                              <a:pt x="8317239" y="714761"/>
                              <a:pt x="8156921" y="1677569"/>
                              <a:pt x="8229600" y="2304256"/>
                            </a:cubicBezTo>
                            <a:cubicBezTo>
                              <a:pt x="7306172" y="2256025"/>
                              <a:pt x="3278492" y="2388711"/>
                              <a:pt x="0" y="2304256"/>
                            </a:cubicBezTo>
                            <a:cubicBezTo>
                              <a:pt x="-38581" y="1836754"/>
                              <a:pt x="63341" y="595373"/>
                              <a:pt x="0" y="0"/>
                            </a:cubicBezTo>
                            <a:close/>
                          </a:path>
                          <a:path w="8229600" h="2304256" stroke="0" extrusionOk="0">
                            <a:moveTo>
                              <a:pt x="0" y="0"/>
                            </a:moveTo>
                            <a:cubicBezTo>
                              <a:pt x="1059162" y="118645"/>
                              <a:pt x="4947378" y="116012"/>
                              <a:pt x="8229600" y="0"/>
                            </a:cubicBezTo>
                            <a:cubicBezTo>
                              <a:pt x="8096718" y="615996"/>
                              <a:pt x="8314551" y="1861466"/>
                              <a:pt x="8229600" y="2304256"/>
                            </a:cubicBezTo>
                            <a:cubicBezTo>
                              <a:pt x="4135813" y="2438856"/>
                              <a:pt x="3042450" y="2147060"/>
                              <a:pt x="0" y="2304256"/>
                            </a:cubicBezTo>
                            <a:cubicBezTo>
                              <a:pt x="-20187" y="1483023"/>
                              <a:pt x="-152480" y="681177"/>
                              <a:pt x="0" y="0"/>
                            </a:cubicBezTo>
                            <a:close/>
                          </a:path>
                        </a:pathLst>
                      </a:custGeom>
                      <ask:type>
                        <ask:lineSketchCurved/>
                      </ask:type>
                    </ask:lineSketchStyleProps>
                  </a:ext>
                </a:extLst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485145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9C637A-F34B-F183-F95E-25DD779873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L"/>
              <a:t>Back to finding ’Hard’ datasets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408557-8DB9-6C07-2B51-610753A8E9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IL" sz="2400"/>
              <a:t>One can generate hard synthetic data by tweaking the SNR</a:t>
            </a:r>
          </a:p>
          <a:p>
            <a: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IL" sz="2400"/>
              <a:t>If spiked covariance models real-world data, then we expect also to find real ’Hard’ datasets</a:t>
            </a:r>
          </a:p>
        </p:txBody>
      </p:sp>
    </p:spTree>
    <p:extLst>
      <p:ext uri="{BB962C8B-B14F-4D97-AF65-F5344CB8AC3E}">
        <p14:creationId xmlns:p14="http://schemas.microsoft.com/office/powerpoint/2010/main" val="34963522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94867C-111A-6742-BCC9-0005367AC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27384"/>
            <a:ext cx="8229600" cy="1143000"/>
          </a:xfrm>
        </p:spPr>
        <p:txBody>
          <a:bodyPr>
            <a:normAutofit/>
          </a:bodyPr>
          <a:lstStyle/>
          <a:p>
            <a:pPr algn="ctr" defTabSz="914400" rtl="0" eaLnBrk="1" latinLnBrk="0" hangingPunct="1">
              <a:spcBef>
                <a:spcPct val="0"/>
              </a:spcBef>
              <a:buNone/>
            </a:pPr>
            <a:r>
              <a:rPr lang="en-US" sz="4000"/>
              <a:t>What happens in practice?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7F3759-A7C6-AB4B-BDCF-2E53D3CE0C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52736"/>
            <a:ext cx="8229600" cy="5805264"/>
          </a:xfrm>
        </p:spPr>
        <p:txBody>
          <a:bodyPr>
            <a:normAutofit/>
          </a:bodyPr>
          <a:lstStyle/>
          <a:p>
            <a:pPr algn="l" rtl="0">
              <a:spcBef>
                <a:spcPts val="800"/>
              </a:spcBef>
              <a:spcAft>
                <a:spcPts val="800"/>
              </a:spcAft>
            </a:pPr>
            <a:r>
              <a:rPr lang="en-US" sz="2400">
                <a:solidFill>
                  <a:srgbClr val="0070C0"/>
                </a:solidFill>
              </a:rPr>
              <a:t>Practitioners ignore the curse of dimensionality 😡</a:t>
            </a:r>
            <a:endParaRPr lang="en-US" sz="2000">
              <a:solidFill>
                <a:srgbClr val="0070C0"/>
              </a:solidFill>
            </a:endParaRPr>
          </a:p>
          <a:p>
            <a:pPr lvl="1" algn="l" rtl="0">
              <a:spcBef>
                <a:spcPts val="800"/>
              </a:spcBef>
              <a:spcAft>
                <a:spcPts val="800"/>
              </a:spcAft>
            </a:pPr>
            <a:r>
              <a:rPr lang="en-US" sz="2200"/>
              <a:t>The don’t use sparse PCA</a:t>
            </a:r>
          </a:p>
          <a:p>
            <a:pPr lvl="1" algn="l" rtl="0">
              <a:spcBef>
                <a:spcPts val="800"/>
              </a:spcBef>
              <a:spcAft>
                <a:spcPts val="800"/>
              </a:spcAft>
            </a:pPr>
            <a:r>
              <a:rPr lang="en-US" sz="2200"/>
              <a:t>Some sparse PCA algorithms are </a:t>
            </a:r>
            <a:r>
              <a:rPr lang="en-US" sz="2200">
                <a:solidFill>
                  <a:srgbClr val="FF0000"/>
                </a:solidFill>
              </a:rPr>
              <a:t>“complicated” </a:t>
            </a:r>
            <a:r>
              <a:rPr lang="en-US" sz="2200"/>
              <a:t>(SDP, spectral) with various </a:t>
            </a:r>
            <a:r>
              <a:rPr lang="en-US" sz="2200">
                <a:solidFill>
                  <a:srgbClr val="FF0000"/>
                </a:solidFill>
              </a:rPr>
              <a:t>tunable parameters</a:t>
            </a:r>
            <a:r>
              <a:rPr lang="en-US" sz="2200"/>
              <a:t>, backed up by </a:t>
            </a:r>
            <a:r>
              <a:rPr lang="en-US" sz="2200">
                <a:solidFill>
                  <a:srgbClr val="FF0000"/>
                </a:solidFill>
              </a:rPr>
              <a:t>asymptotic</a:t>
            </a:r>
            <a:r>
              <a:rPr lang="en-US" sz="2200"/>
              <a:t> analysis</a:t>
            </a:r>
          </a:p>
          <a:p>
            <a:pPr lvl="1" algn="l" rtl="0">
              <a:spcBef>
                <a:spcPts val="800"/>
              </a:spcBef>
              <a:spcAft>
                <a:spcPts val="800"/>
              </a:spcAft>
            </a:pPr>
            <a:r>
              <a:rPr lang="en-US" sz="2200"/>
              <a:t>The advantage of sparse PCA was not demonstrated widely on real-world HD data</a:t>
            </a:r>
          </a:p>
          <a:p>
            <a:pPr lvl="1" algn="l" rtl="0">
              <a:spcBef>
                <a:spcPts val="800"/>
              </a:spcBef>
              <a:spcAft>
                <a:spcPts val="800"/>
              </a:spcAft>
            </a:pPr>
            <a:r>
              <a:rPr lang="en-US" sz="2400">
                <a:solidFill>
                  <a:srgbClr val="FF0000"/>
                </a:solidFill>
                <a:highlight>
                  <a:srgbClr val="FFFF00"/>
                </a:highlight>
              </a:rPr>
              <a:t>Perhaps the challenging high-dimensional datasets are very rare?</a:t>
            </a:r>
          </a:p>
          <a:p>
            <a:pPr lvl="1" algn="l" rtl="0">
              <a:spcBef>
                <a:spcPts val="800"/>
              </a:spcBef>
              <a:spcAft>
                <a:spcPts val="800"/>
              </a:spcAft>
            </a:pPr>
            <a:endParaRPr lang="en-US" sz="2000"/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AE0B99AE-DE62-E698-F193-C30FE434E6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799" y="2060848"/>
            <a:ext cx="8337517" cy="2160240"/>
          </a:xfrm>
          <a:prstGeom prst="rect">
            <a:avLst/>
          </a:prstGeom>
        </p:spPr>
      </p:pic>
      <p:pic>
        <p:nvPicPr>
          <p:cNvPr id="7" name="Picture 6" descr="A screenshot of a computer&#10;&#10;Description automatically generated">
            <a:extLst>
              <a:ext uri="{FF2B5EF4-FFF2-40B4-BE49-F238E27FC236}">
                <a16:creationId xmlns:a16="http://schemas.microsoft.com/office/drawing/2014/main" id="{2E8F2D67-756A-4E2A-1DA8-51C7F92CD1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561" y="4074177"/>
            <a:ext cx="6406479" cy="2454061"/>
          </a:xfrm>
          <a:prstGeom prst="rect">
            <a:avLst/>
          </a:prstGeom>
        </p:spPr>
      </p:pic>
      <p:pic>
        <p:nvPicPr>
          <p:cNvPr id="1026" name="Picture 2" descr="Issue cover for Volume 186, Issue 18">
            <a:extLst>
              <a:ext uri="{FF2B5EF4-FFF2-40B4-BE49-F238E27FC236}">
                <a16:creationId xmlns:a16="http://schemas.microsoft.com/office/drawing/2014/main" id="{E752A13C-8BF8-EFC2-3079-3811A30CBF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4328" y="4797152"/>
            <a:ext cx="1497046" cy="19442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F58698D7-588F-C781-7B7D-03CF912D6AA5}"/>
              </a:ext>
            </a:extLst>
          </p:cNvPr>
          <p:cNvSpPr/>
          <p:nvPr/>
        </p:nvSpPr>
        <p:spPr>
          <a:xfrm>
            <a:off x="757807" y="2348880"/>
            <a:ext cx="1293913" cy="33739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IL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F633868-241F-2EBE-5ADC-895C2289B975}"/>
              </a:ext>
            </a:extLst>
          </p:cNvPr>
          <p:cNvSpPr/>
          <p:nvPr/>
        </p:nvSpPr>
        <p:spPr>
          <a:xfrm>
            <a:off x="611560" y="4437112"/>
            <a:ext cx="1293913" cy="33739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621817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0" grpId="1" animBg="1"/>
      <p:bldP spid="11" grpId="0" animBg="1"/>
      <p:bldP spid="11" grpId="1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A44977-7FD1-3A88-0C74-78EA0928BE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defTabSz="914400" rtl="0" eaLnBrk="1" latinLnBrk="0" hangingPunct="1">
              <a:spcBef>
                <a:spcPct val="0"/>
              </a:spcBef>
              <a:buNone/>
            </a:pPr>
            <a:r>
              <a:rPr lang="en-US"/>
              <a:t>Our Contribution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8F8B87-0D35-B6CB-A69C-D1B2FD97F2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 rtl="0">
              <a:spcBef>
                <a:spcPts val="600"/>
              </a:spcBef>
              <a:spcAft>
                <a:spcPts val="600"/>
              </a:spcAft>
            </a:pPr>
            <a:r>
              <a:rPr lang="en-US" sz="2600"/>
              <a:t>A framework for the discrete categorization of datasets</a:t>
            </a:r>
          </a:p>
          <a:p>
            <a:pPr lvl="2" indent="-342900" algn="l" rtl="0">
              <a:spcBef>
                <a:spcPts val="600"/>
              </a:spcBef>
              <a:spcAft>
                <a:spcPts val="600"/>
              </a:spcAft>
            </a:pPr>
            <a:r>
              <a:rPr lang="en-US"/>
              <a:t>‘Hard’, ‘Medium’, ‘Easy’ </a:t>
            </a:r>
          </a:p>
          <a:p>
            <a:pPr algn="l" rtl="0">
              <a:spcBef>
                <a:spcPts val="600"/>
              </a:spcBef>
              <a:spcAft>
                <a:spcPts val="600"/>
              </a:spcAft>
            </a:pPr>
            <a:r>
              <a:rPr lang="en-US" sz="2600"/>
              <a:t>Evaluating and categorizing over 100 HD datasets</a:t>
            </a:r>
          </a:p>
          <a:p>
            <a:pPr lvl="2" indent="-342900" algn="l" rtl="0">
              <a:spcBef>
                <a:spcPts val="600"/>
              </a:spcBef>
              <a:spcAft>
                <a:spcPts val="600"/>
              </a:spcAft>
            </a:pPr>
            <a:r>
              <a:rPr lang="en-US"/>
              <a:t>Did we find ‘Hard’ real-world datasets?</a:t>
            </a:r>
          </a:p>
          <a:p>
            <a:pPr algn="l" rtl="0">
              <a:spcBef>
                <a:spcPts val="600"/>
              </a:spcBef>
              <a:spcAft>
                <a:spcPts val="600"/>
              </a:spcAft>
            </a:pPr>
            <a:r>
              <a:rPr lang="en-US" sz="2600"/>
              <a:t>A new toolbox to assess FS algorithms</a:t>
            </a:r>
          </a:p>
          <a:p>
            <a:pPr algn="l" rtl="0">
              <a:spcBef>
                <a:spcPts val="600"/>
              </a:spcBef>
              <a:spcAft>
                <a:spcPts val="600"/>
              </a:spcAft>
            </a:pPr>
            <a:r>
              <a:rPr lang="en-US" sz="2600"/>
              <a:t>We focus on table data</a:t>
            </a:r>
          </a:p>
          <a:p>
            <a:pPr marL="400050" lvl="1" indent="0" algn="l" rtl="0">
              <a:spcBef>
                <a:spcPts val="600"/>
              </a:spcBef>
              <a:spcAft>
                <a:spcPts val="600"/>
              </a:spcAft>
              <a:buNone/>
            </a:pPr>
            <a:endParaRPr lang="en-US" sz="2400"/>
          </a:p>
          <a:p>
            <a:pPr algn="l" rtl="0">
              <a:spcBef>
                <a:spcPts val="600"/>
              </a:spcBef>
              <a:spcAft>
                <a:spcPts val="600"/>
              </a:spcAft>
            </a:pPr>
            <a:endParaRPr lang="en-IL" sz="2400"/>
          </a:p>
        </p:txBody>
      </p:sp>
    </p:spTree>
    <p:extLst>
      <p:ext uri="{BB962C8B-B14F-4D97-AF65-F5344CB8AC3E}">
        <p14:creationId xmlns:p14="http://schemas.microsoft.com/office/powerpoint/2010/main" val="31466242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3AA5B8-C571-2FC1-5C0B-8F6843EDA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L"/>
              <a:t>Discrete Categories</a:t>
            </a:r>
          </a:p>
        </p:txBody>
      </p:sp>
      <p:pic>
        <p:nvPicPr>
          <p:cNvPr id="5" name="Content Placeholder 4" descr="A table with text and numbers&#10;&#10;AI-generated content may be incorrect.">
            <a:extLst>
              <a:ext uri="{FF2B5EF4-FFF2-40B4-BE49-F238E27FC236}">
                <a16:creationId xmlns:a16="http://schemas.microsoft.com/office/drawing/2014/main" id="{635B15FD-83ED-9C79-D6F1-1FFD49948A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6031" y="2850530"/>
            <a:ext cx="5251937" cy="1384402"/>
          </a:xfrm>
        </p:spPr>
      </p:pic>
      <p:pic>
        <p:nvPicPr>
          <p:cNvPr id="7" name="Picture 6" descr="A list of words on a white background&#10;&#10;AI-generated content may be incorrect.">
            <a:extLst>
              <a:ext uri="{FF2B5EF4-FFF2-40B4-BE49-F238E27FC236}">
                <a16:creationId xmlns:a16="http://schemas.microsoft.com/office/drawing/2014/main" id="{9E6BA54C-29E6-023D-B102-E5FD2285A9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9677" y="4575737"/>
            <a:ext cx="7384645" cy="176945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771F94A-0781-C783-EC47-C2640B99F7B6}"/>
              </a:ext>
            </a:extLst>
          </p:cNvPr>
          <p:cNvSpPr txBox="1"/>
          <p:nvPr/>
        </p:nvSpPr>
        <p:spPr>
          <a:xfrm>
            <a:off x="795528" y="1401729"/>
            <a:ext cx="774801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IL" sz="2200"/>
              <a:t>For a fixed dataset D we ask:</a:t>
            </a:r>
          </a:p>
          <a:p>
            <a:pPr marL="0" algn="l" defTabSz="914400" rtl="0" eaLnBrk="1" latinLnBrk="0" hangingPunct="1"/>
            <a:r>
              <a:rPr lang="en-IL" sz="2200"/>
              <a:t>Q1 – </a:t>
            </a:r>
            <a:r>
              <a:rPr lang="en-US" sz="2200"/>
              <a:t>H</a:t>
            </a:r>
            <a:r>
              <a:rPr lang="en-IL" sz="2200"/>
              <a:t>ow well does an ML pipeline </a:t>
            </a:r>
            <a:r>
              <a:rPr lang="en-IL" sz="2200" i="1"/>
              <a:t>without </a:t>
            </a:r>
            <a:r>
              <a:rPr lang="en-IL" sz="2200"/>
              <a:t>FS perform</a:t>
            </a:r>
          </a:p>
          <a:p>
            <a:pPr marL="0" algn="l" defTabSz="914400" rtl="0" eaLnBrk="1" latinLnBrk="0" hangingPunct="1"/>
            <a:r>
              <a:rPr lang="en-IL" sz="2200"/>
              <a:t>Q2 – How well does an ML+FS pipeline performs</a:t>
            </a:r>
          </a:p>
        </p:txBody>
      </p:sp>
    </p:spTree>
    <p:extLst>
      <p:ext uri="{BB962C8B-B14F-4D97-AF65-F5344CB8AC3E}">
        <p14:creationId xmlns:p14="http://schemas.microsoft.com/office/powerpoint/2010/main" val="15097813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9E7F1E-D3AE-DFC6-C947-407DC4C269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L"/>
              <a:t>Filling in some details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69F7CA-CE92-C360-054F-D678118A6E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 algn="l" defTabSz="914400" rtl="0" eaLnBrk="1" latinLnBrk="0" hangingPunct="1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L" sz="2400">
                <a:solidFill>
                  <a:srgbClr val="0070C0"/>
                </a:solidFill>
              </a:rPr>
              <a:t>Which ML pipeline?</a:t>
            </a:r>
          </a:p>
          <a:p>
            <a:pPr lvl="1" indent="-342900" algn="l" rtl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L" sz="2400"/>
              <a:t>It’s table data – SOTA is boosted/random forest</a:t>
            </a:r>
          </a:p>
          <a:p>
            <a:pPr algn="l" rtl="0">
              <a:spcBef>
                <a:spcPts val="600"/>
              </a:spcBef>
              <a:spcAft>
                <a:spcPts val="600"/>
              </a:spcAft>
            </a:pPr>
            <a:r>
              <a:rPr lang="en-IL" sz="2400">
                <a:solidFill>
                  <a:srgbClr val="0070C0"/>
                </a:solidFill>
              </a:rPr>
              <a:t>What FS methods?</a:t>
            </a:r>
          </a:p>
          <a:p>
            <a:pPr lvl="1" algn="l" rtl="0">
              <a:spcBef>
                <a:spcPts val="600"/>
              </a:spcBef>
              <a:spcAft>
                <a:spcPts val="600"/>
              </a:spcAft>
            </a:pPr>
            <a:r>
              <a:rPr lang="en-IL" sz="2400"/>
              <a:t>We ran 24 algortihms from different families</a:t>
            </a:r>
          </a:p>
          <a:p>
            <a:pPr algn="l" rtl="0">
              <a:spcBef>
                <a:spcPts val="600"/>
              </a:spcBef>
              <a:spcAft>
                <a:spcPts val="600"/>
              </a:spcAft>
            </a:pPr>
            <a:r>
              <a:rPr lang="en-IL" sz="2400">
                <a:solidFill>
                  <a:srgbClr val="0070C0"/>
                </a:solidFill>
              </a:rPr>
              <a:t>How many features?</a:t>
            </a:r>
          </a:p>
          <a:p>
            <a:pPr lvl="1" algn="l" rtl="0">
              <a:spcBef>
                <a:spcPts val="600"/>
              </a:spcBef>
              <a:spcAft>
                <a:spcPts val="600"/>
              </a:spcAft>
            </a:pPr>
            <a:r>
              <a:rPr lang="en-IL" sz="2400"/>
              <a:t>We had k=1,5,10,30,60</a:t>
            </a:r>
          </a:p>
        </p:txBody>
      </p:sp>
    </p:spTree>
    <p:extLst>
      <p:ext uri="{BB962C8B-B14F-4D97-AF65-F5344CB8AC3E}">
        <p14:creationId xmlns:p14="http://schemas.microsoft.com/office/powerpoint/2010/main" val="22791829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diagram of a process&#10;&#10;AI-generated content may be incorrect.">
            <a:extLst>
              <a:ext uri="{FF2B5EF4-FFF2-40B4-BE49-F238E27FC236}">
                <a16:creationId xmlns:a16="http://schemas.microsoft.com/office/drawing/2014/main" id="{03388FD6-F2F2-405F-C777-E81CD6C1A2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200" y="3563112"/>
            <a:ext cx="8720344" cy="2727960"/>
          </a:xfrm>
        </p:spPr>
      </p:pic>
      <p:pic>
        <p:nvPicPr>
          <p:cNvPr id="7" name="Picture 6" descr="A diagram of a diagram of a machine&#10;&#10;AI-generated content may be incorrect.">
            <a:extLst>
              <a:ext uri="{FF2B5EF4-FFF2-40B4-BE49-F238E27FC236}">
                <a16:creationId xmlns:a16="http://schemas.microsoft.com/office/drawing/2014/main" id="{2EF49425-9846-9EDB-AD00-246E8D3D17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224" y="405384"/>
            <a:ext cx="8502320" cy="272796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4871938-6AA2-4F7A-3362-1F317E1375F2}"/>
                  </a:ext>
                </a:extLst>
              </p:cNvPr>
              <p:cNvSpPr txBox="1"/>
              <p:nvPr/>
            </p:nvSpPr>
            <p:spPr>
              <a:xfrm>
                <a:off x="3101332" y="2948678"/>
                <a:ext cx="292608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/>
                  <a:t>=</a:t>
                </a:r>
                <a:r>
                  <a:rPr lang="en-US">
                    <a:solidFill>
                      <a:srgbClr val="FF0000"/>
                    </a:solidFill>
                  </a:rPr>
                  <a:t>0</a:t>
                </a:r>
                <a:r>
                  <a:rPr lang="en-US"/>
                  <a:t>,1,5,10,30,60</a:t>
                </a:r>
                <a:endParaRPr lang="en-IL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4871938-6AA2-4F7A-3362-1F317E1375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1332" y="2948678"/>
                <a:ext cx="2926080" cy="369332"/>
              </a:xfrm>
              <a:prstGeom prst="rect">
                <a:avLst/>
              </a:prstGeom>
              <a:blipFill>
                <a:blip r:embed="rId4"/>
                <a:stretch>
                  <a:fillRect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7392090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7FFB9D-85B6-9BD4-2633-C836672332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defTabSz="914400" rtl="0" eaLnBrk="1" latinLnBrk="0" hangingPunct="1">
              <a:spcBef>
                <a:spcPct val="0"/>
              </a:spcBef>
              <a:buNone/>
            </a:pPr>
            <a:r>
              <a:rPr lang="en-IL"/>
              <a:t>FDR 😳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60830F-7D78-4F93-8EB3-127CB4E4C7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l" defTabSz="914400" rtl="0" eaLnBrk="1" latinLnBrk="0" hangingPunct="1">
              <a:spcBef>
                <a:spcPct val="20000"/>
              </a:spcBef>
              <a:buNone/>
            </a:pPr>
            <a:r>
              <a:rPr lang="en-US" sz="2400"/>
              <a:t>Yes, it’s an issue, but:</a:t>
            </a:r>
          </a:p>
          <a:p>
            <a: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2400"/>
              <a:t>If we find a ‘Hard’ dataset then we are even more conservative</a:t>
            </a:r>
            <a:endParaRPr lang="he-IL" sz="2400"/>
          </a:p>
          <a:p>
            <a: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2400"/>
              <a:t>There were very few algorithms that consistently performed well across all datasets </a:t>
            </a:r>
          </a:p>
          <a:p>
            <a: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2400"/>
              <a:t>We didn’t grid-search for parameters, but took the </a:t>
            </a:r>
            <a:r>
              <a:rPr lang="en-US" sz="2400" err="1">
                <a:latin typeface="MS PGothic" panose="020B0600070205080204" pitchFamily="34" charset="-128"/>
                <a:ea typeface="MS PGothic" panose="020B0600070205080204" pitchFamily="34" charset="-128"/>
              </a:rPr>
              <a:t>sklearn</a:t>
            </a:r>
            <a:r>
              <a:rPr lang="en-US" sz="2400"/>
              <a:t> default</a:t>
            </a:r>
          </a:p>
          <a:p>
            <a: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</a:pPr>
            <a:endParaRPr lang="en-IL" sz="2400"/>
          </a:p>
        </p:txBody>
      </p:sp>
    </p:spTree>
    <p:extLst>
      <p:ext uri="{BB962C8B-B14F-4D97-AF65-F5344CB8AC3E}">
        <p14:creationId xmlns:p14="http://schemas.microsoft.com/office/powerpoint/2010/main" val="266994660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380314-5E24-83F6-585E-49AD13B58C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defTabSz="914400" rtl="0" eaLnBrk="1" latinLnBrk="0" hangingPunct="1">
              <a:spcBef>
                <a:spcPct val="0"/>
              </a:spcBef>
              <a:buNone/>
            </a:pPr>
            <a:r>
              <a:rPr lang="en-US"/>
              <a:t>Our 102 dataset repository</a:t>
            </a:r>
            <a:endParaRPr lang="en-IL"/>
          </a:p>
        </p:txBody>
      </p:sp>
      <p:pic>
        <p:nvPicPr>
          <p:cNvPr id="5" name="Content Placeholder 4" descr="A graph of numbers and a number&#10;&#10;AI-generated content may be incorrect.">
            <a:extLst>
              <a:ext uri="{FF2B5EF4-FFF2-40B4-BE49-F238E27FC236}">
                <a16:creationId xmlns:a16="http://schemas.microsoft.com/office/drawing/2014/main" id="{AFAD0A5B-709C-849A-FE6E-17766AC9A7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300" y="1417638"/>
            <a:ext cx="8191500" cy="4051300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3894744-B0AF-73B6-D868-4E8BC60EB614}"/>
              </a:ext>
            </a:extLst>
          </p:cNvPr>
          <p:cNvSpPr txBox="1"/>
          <p:nvPr/>
        </p:nvSpPr>
        <p:spPr>
          <a:xfrm>
            <a:off x="1097280" y="5900928"/>
            <a:ext cx="740054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IL" sz="2200"/>
              <a:t>33 of the binary datasets are also nearly-balanced (up to 40-60)</a:t>
            </a:r>
          </a:p>
        </p:txBody>
      </p:sp>
    </p:spTree>
    <p:extLst>
      <p:ext uri="{BB962C8B-B14F-4D97-AF65-F5344CB8AC3E}">
        <p14:creationId xmlns:p14="http://schemas.microsoft.com/office/powerpoint/2010/main" val="217029130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table of data with numbers and numbers&#10;&#10;AI-generated content may be incorrect.">
            <a:extLst>
              <a:ext uri="{FF2B5EF4-FFF2-40B4-BE49-F238E27FC236}">
                <a16:creationId xmlns:a16="http://schemas.microsoft.com/office/drawing/2014/main" id="{0DD6A574-6E84-FC34-96C7-0B69F60A56E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267" y="364236"/>
            <a:ext cx="7741090" cy="6129528"/>
          </a:xfrm>
        </p:spPr>
      </p:pic>
    </p:spTree>
    <p:extLst>
      <p:ext uri="{BB962C8B-B14F-4D97-AF65-F5344CB8AC3E}">
        <p14:creationId xmlns:p14="http://schemas.microsoft.com/office/powerpoint/2010/main" val="78467439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table with numbers and ticks&#10;&#10;AI-generated content may be incorrect.">
            <a:extLst>
              <a:ext uri="{FF2B5EF4-FFF2-40B4-BE49-F238E27FC236}">
                <a16:creationId xmlns:a16="http://schemas.microsoft.com/office/drawing/2014/main" id="{AB67649E-16F9-AE7F-BD33-B8D4C6042FC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327" y="297180"/>
            <a:ext cx="8897345" cy="6263640"/>
          </a:xfrm>
        </p:spPr>
      </p:pic>
    </p:spTree>
    <p:extLst>
      <p:ext uri="{BB962C8B-B14F-4D97-AF65-F5344CB8AC3E}">
        <p14:creationId xmlns:p14="http://schemas.microsoft.com/office/powerpoint/2010/main" val="324547802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3FF3C3-69BF-F8AF-192A-6AD3EA1DE1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L"/>
              <a:t>What did we find?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3073FF-4141-11B8-39BC-2BEFC057AB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IL" sz="2200"/>
              <a:t>We found only two ‘Hard’ datasets out of the 63 binary, 13 ’Medium’, and 48 ‘Easy’</a:t>
            </a:r>
          </a:p>
          <a:p>
            <a: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IL" sz="2200"/>
              <a:t>W</a:t>
            </a:r>
            <a:r>
              <a:rPr lang="en-US" sz="2200"/>
              <a:t>he</a:t>
            </a:r>
            <a:r>
              <a:rPr lang="en-IL" sz="2200"/>
              <a:t>n using accuracy on the 33 nearly-balanced, there were only four category disc</a:t>
            </a:r>
            <a:r>
              <a:rPr lang="en-US" sz="2200" err="1"/>
              <a:t>repanci</a:t>
            </a:r>
            <a:r>
              <a:rPr lang="en-IL" sz="2200"/>
              <a:t>es</a:t>
            </a:r>
          </a:p>
        </p:txBody>
      </p:sp>
      <p:pic>
        <p:nvPicPr>
          <p:cNvPr id="5" name="Picture 4" descr="A table with numbers and symbols&#10;&#10;AI-generated content may be incorrect.">
            <a:extLst>
              <a:ext uri="{FF2B5EF4-FFF2-40B4-BE49-F238E27FC236}">
                <a16:creationId xmlns:a16="http://schemas.microsoft.com/office/drawing/2014/main" id="{AB86756F-FF30-62A6-A334-0DE16F95C4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47"/>
          <a:stretch/>
        </p:blipFill>
        <p:spPr>
          <a:xfrm>
            <a:off x="1117092" y="3429000"/>
            <a:ext cx="6909816" cy="3038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259561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 descr="A close-up of a person's face&#10;&#10;AI-generated content may be incorrect.">
            <a:extLst>
              <a:ext uri="{FF2B5EF4-FFF2-40B4-BE49-F238E27FC236}">
                <a16:creationId xmlns:a16="http://schemas.microsoft.com/office/drawing/2014/main" id="{A4B13281-606A-07D4-3A4F-65B7508BCE3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136" b="20091"/>
          <a:stretch/>
        </p:blipFill>
        <p:spPr>
          <a:xfrm>
            <a:off x="353568" y="1821537"/>
            <a:ext cx="7997952" cy="358937"/>
          </a:xfr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111846D-1A6D-2ABC-5C14-D5B5993505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543023"/>
            <a:ext cx="7772400" cy="106297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6570E74-1C24-53B6-994E-56F0B298D58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120" y="4192325"/>
            <a:ext cx="7772400" cy="48520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0C701D9-4355-A3F3-9120-A161F20BA52E}"/>
              </a:ext>
            </a:extLst>
          </p:cNvPr>
          <p:cNvSpPr txBox="1"/>
          <p:nvPr/>
        </p:nvSpPr>
        <p:spPr>
          <a:xfrm>
            <a:off x="743712" y="2609088"/>
            <a:ext cx="73395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IL"/>
              <a:t>We found two more multi-class datasets that are hard (using Accuracy)</a:t>
            </a:r>
          </a:p>
        </p:txBody>
      </p:sp>
      <p:pic>
        <p:nvPicPr>
          <p:cNvPr id="12" name="Picture 11" descr="A table with numbers and text&#10;&#10;AI-generated content may be incorrect.">
            <a:extLst>
              <a:ext uri="{FF2B5EF4-FFF2-40B4-BE49-F238E27FC236}">
                <a16:creationId xmlns:a16="http://schemas.microsoft.com/office/drawing/2014/main" id="{04F80F37-FCAF-BE92-8B5D-E9A2ABB13E5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251" b="40441"/>
          <a:stretch/>
        </p:blipFill>
        <p:spPr>
          <a:xfrm>
            <a:off x="579120" y="3407034"/>
            <a:ext cx="7772400" cy="655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45392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7FFEDF-D77F-EDC2-5B9C-A9C4361712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L"/>
              <a:t>A peeling procedure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548821-F870-20B7-57CE-3B1406658F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IL" sz="2200"/>
              <a:t>Start with an ‘Easy’ or ‘Medium’ dataset</a:t>
            </a:r>
          </a:p>
          <a:p>
            <a: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IL" sz="2200"/>
              <a:t>Split to 30% train and 70% test</a:t>
            </a:r>
          </a:p>
          <a:p>
            <a: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IL" sz="2200"/>
              <a:t>Save </a:t>
            </a:r>
            <a:r>
              <a:rPr lang="en-US" sz="2200"/>
              <a:t>the </a:t>
            </a:r>
            <a:r>
              <a:rPr lang="en-IL" sz="2200"/>
              <a:t>fea</a:t>
            </a:r>
            <a:r>
              <a:rPr lang="en-US" sz="2200"/>
              <a:t>t</a:t>
            </a:r>
            <a:r>
              <a:rPr lang="en-IL" sz="2200"/>
              <a:t>ure set that gave the best test per</a:t>
            </a:r>
            <a:r>
              <a:rPr lang="en-US" sz="2200"/>
              <a:t>form</a:t>
            </a:r>
            <a:r>
              <a:rPr lang="en-IL" sz="2200"/>
              <a:t>ance</a:t>
            </a:r>
          </a:p>
          <a:p>
            <a: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2200"/>
              <a:t>Iteratively remove 10% of each class</a:t>
            </a:r>
          </a:p>
          <a:p>
            <a:pPr lvl="1" indent="-342900" algn="l" rtl="0">
              <a:buFont typeface="Arial" panose="020B0604020202020204" pitchFamily="34" charset="0"/>
              <a:buChar char="•"/>
            </a:pPr>
            <a:r>
              <a:rPr lang="en-US" sz="2200"/>
              <a:t>Check category</a:t>
            </a:r>
          </a:p>
          <a:p>
            <a:pPr lvl="1" indent="-342900" algn="l" rtl="0">
              <a:buFont typeface="Arial" panose="020B0604020202020204" pitchFamily="34" charset="0"/>
              <a:buChar char="•"/>
            </a:pPr>
            <a:r>
              <a:rPr lang="en-US" sz="2200"/>
              <a:t>Stop if </a:t>
            </a:r>
          </a:p>
          <a:p>
            <a:pPr marL="1085850" lvl="2" indent="-285750" algn="l" rtl="0">
              <a:buFont typeface="Wingdings" pitchFamily="2" charset="2"/>
              <a:buChar char="q"/>
            </a:pPr>
            <a:r>
              <a:rPr lang="en-US" sz="2000"/>
              <a:t>Minimum 50 samples left</a:t>
            </a:r>
          </a:p>
          <a:p>
            <a:pPr marL="1085850" lvl="2" indent="-285750" algn="l" rtl="0">
              <a:buFont typeface="Wingdings" pitchFamily="2" charset="2"/>
              <a:buChar char="q"/>
            </a:pPr>
            <a:r>
              <a:rPr lang="en-US" sz="2000"/>
              <a:t>The category is now ‘Hard’</a:t>
            </a:r>
          </a:p>
          <a:p>
            <a:pPr marL="1085850" lvl="2" indent="-285750" algn="l" rtl="0">
              <a:buFont typeface="Wingdings" pitchFamily="2" charset="2"/>
              <a:buChar char="q"/>
            </a:pPr>
            <a:r>
              <a:rPr lang="en-US" sz="2000"/>
              <a:t>The saved feature set recovers the good performance </a:t>
            </a:r>
          </a:p>
        </p:txBody>
      </p:sp>
      <p:pic>
        <p:nvPicPr>
          <p:cNvPr id="5" name="Picture 4" descr="A table with numbers and a percentage&#10;&#10;AI-generated content may be incorrect.">
            <a:extLst>
              <a:ext uri="{FF2B5EF4-FFF2-40B4-BE49-F238E27FC236}">
                <a16:creationId xmlns:a16="http://schemas.microsoft.com/office/drawing/2014/main" id="{3BF6FF82-4FDF-3DD1-52DD-BCCDAC2A40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216" y="5294376"/>
            <a:ext cx="7772400" cy="1288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3097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5347D-9BB5-8AB0-19D7-E84C9200D2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L"/>
              <a:t>A few more remarks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F915F9-0504-3902-AA32-C3BF7AE800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2200"/>
              <a:t>We found no ‘Fragile’ datasets (FS degrades performance)</a:t>
            </a:r>
          </a:p>
          <a:p>
            <a: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2200"/>
              <a:t>In the vast majority of cases, the performance with and without FS was very similar</a:t>
            </a:r>
          </a:p>
          <a:p>
            <a:pPr lvl="1" indent="-342900" algn="l" rtl="0">
              <a:buFont typeface="Arial" panose="020B0604020202020204" pitchFamily="34" charset="0"/>
              <a:buChar char="•"/>
            </a:pPr>
            <a:r>
              <a:rPr lang="en-US" sz="2200"/>
              <a:t>The average AUC difference with and without FS was a nominal 0.5% with std of 4% </a:t>
            </a:r>
          </a:p>
          <a:p>
            <a:pPr lvl="1" indent="-342900" algn="l" rtl="0">
              <a:buFont typeface="Arial" panose="020B0604020202020204" pitchFamily="34" charset="0"/>
              <a:buChar char="•"/>
            </a:pPr>
            <a:r>
              <a:rPr lang="en-US" sz="2200"/>
              <a:t>The average difference in accuracy was 2.38%, with a standard deviation of 3.23%</a:t>
            </a:r>
            <a:endParaRPr lang="en-IL" sz="2200"/>
          </a:p>
        </p:txBody>
      </p:sp>
    </p:spTree>
    <p:extLst>
      <p:ext uri="{BB962C8B-B14F-4D97-AF65-F5344CB8AC3E}">
        <p14:creationId xmlns:p14="http://schemas.microsoft.com/office/powerpoint/2010/main" val="15930187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CD0642-623E-5D68-969E-EF0CAA88E7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L"/>
              <a:t>To conclude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092B91-D60D-4835-264E-77518687E2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IL" sz="2200"/>
              <a:t>We developed a new lang</a:t>
            </a:r>
            <a:r>
              <a:rPr lang="en-US" sz="2200" err="1"/>
              <a:t>ua</a:t>
            </a:r>
            <a:r>
              <a:rPr lang="en-IL" sz="2200"/>
              <a:t>ge to evaluate FS algorithms</a:t>
            </a:r>
          </a:p>
          <a:p>
            <a:pPr lvl="1" indent="-342900" algn="l" rtl="0"/>
            <a:r>
              <a:rPr lang="en-IL" sz="2200"/>
              <a:t>Ref</a:t>
            </a:r>
            <a:r>
              <a:rPr lang="en-US" sz="2200"/>
              <a:t>e</a:t>
            </a:r>
            <a:r>
              <a:rPr lang="en-IL" sz="2200"/>
              <a:t>ree can write </a:t>
            </a:r>
            <a:r>
              <a:rPr lang="en-IL" sz="2200" i="1"/>
              <a:t>‘Please include at least one or two ‘Hard’ datasets in your evaluation’</a:t>
            </a:r>
          </a:p>
          <a:p>
            <a:pPr lvl="1" indent="-342900" algn="l" rtl="0"/>
            <a:r>
              <a:rPr lang="en-IL" sz="2200"/>
              <a:t>When d’Aspermont introduced the SDP for sparse PCA he could have used a ‘Hard’ or ‘Medium’ data set for demo</a:t>
            </a:r>
            <a:endParaRPr lang="he-IL" sz="2200" i="1"/>
          </a:p>
          <a:p>
            <a:pPr algn="l" rtl="0"/>
            <a:r>
              <a:rPr lang="en-US" sz="2200"/>
              <a:t>There were very (very) few ‘Hard’ datasets</a:t>
            </a:r>
          </a:p>
          <a:p>
            <a:pPr lvl="1" algn="l" rtl="0"/>
            <a:r>
              <a:rPr lang="en-US" sz="2200"/>
              <a:t>This offers an exciting opportunity for a new theory of HD datasets that explains why this is so</a:t>
            </a:r>
            <a:endParaRPr lang="en-IL" sz="2200"/>
          </a:p>
          <a:p>
            <a:pPr lvl="2" algn="l" rtl="0"/>
            <a:r>
              <a:rPr lang="en-IL" sz="2200"/>
              <a:t>Do people censor hard datasets?</a:t>
            </a:r>
          </a:p>
          <a:p>
            <a:pPr lvl="2" algn="l" rtl="0"/>
            <a:r>
              <a:rPr lang="en-IL" sz="2200"/>
              <a:t>God doesn’t play hide and seek?</a:t>
            </a:r>
          </a:p>
          <a:p>
            <a:pPr algn="l" rtl="0"/>
            <a:r>
              <a:rPr lang="en-IL" sz="2200"/>
              <a:t>Feel free to send us your dataset</a:t>
            </a:r>
            <a:endParaRPr lang="en-US" sz="2200"/>
          </a:p>
        </p:txBody>
      </p:sp>
    </p:spTree>
    <p:extLst>
      <p:ext uri="{BB962C8B-B14F-4D97-AF65-F5344CB8AC3E}">
        <p14:creationId xmlns:p14="http://schemas.microsoft.com/office/powerpoint/2010/main" val="2482346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(4:3)</PresentationFormat>
  <Slides>30</Slides>
  <Notes>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1" baseType="lpstr">
      <vt:lpstr>Office Theme</vt:lpstr>
      <vt:lpstr>Choosing the Right Dataset: Hardness Criteria for Feature Selection Benchmarking  </vt:lpstr>
      <vt:lpstr>Today’s talk</vt:lpstr>
      <vt:lpstr>Feature selection</vt:lpstr>
      <vt:lpstr>Different FS methods</vt:lpstr>
      <vt:lpstr>Evaluating a FS method</vt:lpstr>
      <vt:lpstr>And in practice …</vt:lpstr>
      <vt:lpstr>Very few datasets and algorithms</vt:lpstr>
      <vt:lpstr>It’s hard to draw conclusions</vt:lpstr>
      <vt:lpstr>Choosing the right datasets</vt:lpstr>
      <vt:lpstr>Curse of Dimensionality</vt:lpstr>
      <vt:lpstr>HD datasets are candidates?</vt:lpstr>
      <vt:lpstr>PCA: The curse of dimensionality</vt:lpstr>
      <vt:lpstr>Example papers</vt:lpstr>
      <vt:lpstr>A hardness theoretical result</vt:lpstr>
      <vt:lpstr>Theoretical results – Spiked Model</vt:lpstr>
      <vt:lpstr>Back to finding ’Hard’ datasets</vt:lpstr>
      <vt:lpstr>What happens in practice?</vt:lpstr>
      <vt:lpstr>Our Contribution</vt:lpstr>
      <vt:lpstr>Discrete Categories</vt:lpstr>
      <vt:lpstr>Filling in some details</vt:lpstr>
      <vt:lpstr>PowerPoint Presentation</vt:lpstr>
      <vt:lpstr>FDR 😳</vt:lpstr>
      <vt:lpstr>Our 102 dataset repository</vt:lpstr>
      <vt:lpstr>PowerPoint Presentation</vt:lpstr>
      <vt:lpstr>PowerPoint Presentation</vt:lpstr>
      <vt:lpstr>What did we find?</vt:lpstr>
      <vt:lpstr>PowerPoint Presentation</vt:lpstr>
      <vt:lpstr>A peeling procedure</vt:lpstr>
      <vt:lpstr>A few more remarks</vt:lpstr>
      <vt:lpstr>To conclude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Dan Vilenchik</dc:creator>
  <cp:revision>1</cp:revision>
  <dcterms:created xsi:type="dcterms:W3CDTF">2016-07-17T06:19:05Z</dcterms:created>
  <dcterms:modified xsi:type="dcterms:W3CDTF">2025-04-21T19:40:05Z</dcterms:modified>
</cp:coreProperties>
</file>